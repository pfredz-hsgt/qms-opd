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71" r:id="rId5"/>
    <p:sldId id="263" r:id="rId6"/>
    <p:sldId id="269" r:id="rId7"/>
    <p:sldId id="258" r:id="rId8"/>
    <p:sldId id="268" r:id="rId9"/>
    <p:sldId id="266" r:id="rId10"/>
    <p:sldId id="267" r:id="rId11"/>
    <p:sldId id="270" r:id="rId12"/>
    <p:sldId id="272" r:id="rId13"/>
    <p:sldId id="264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7E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27D413-394C-4FD7-BF57-6610B9BCAAF2}" type="doc">
      <dgm:prSet loTypeId="urn:microsoft.com/office/officeart/2005/8/layout/default" loCatId="list" qsTypeId="urn:microsoft.com/office/officeart/2005/8/quickstyle/simple4" qsCatId="simple" csTypeId="urn:microsoft.com/office/officeart/2005/8/colors/accent1_3" csCatId="accent1" phldr="1"/>
      <dgm:spPr/>
      <dgm:t>
        <a:bodyPr/>
        <a:lstStyle/>
        <a:p>
          <a:endParaRPr lang="en-MY"/>
        </a:p>
      </dgm:t>
    </dgm:pt>
    <dgm:pt modelId="{E8099153-4E1A-44D2-AD76-D5C99A063A57}">
      <dgm:prSet phldrT="[Text]" phldr="0"/>
      <dgm:spPr/>
      <dgm:t>
        <a:bodyPr/>
        <a:lstStyle/>
        <a:p>
          <a:r>
            <a:rPr lang="en-US" noProof="1"/>
            <a:t>Terminal</a:t>
          </a:r>
        </a:p>
      </dgm:t>
    </dgm:pt>
    <dgm:pt modelId="{96E395DB-A4EC-4034-8803-F2FE6D550A69}" type="parTrans" cxnId="{9D89247C-8B60-49CE-B0C1-B44F60BE99B5}">
      <dgm:prSet/>
      <dgm:spPr/>
      <dgm:t>
        <a:bodyPr/>
        <a:lstStyle/>
        <a:p>
          <a:endParaRPr lang="en-MY"/>
        </a:p>
      </dgm:t>
    </dgm:pt>
    <dgm:pt modelId="{B5D9BFB9-2E72-482A-9239-825FD164EE2A}" type="sibTrans" cxnId="{9D89247C-8B60-49CE-B0C1-B44F60BE99B5}">
      <dgm:prSet/>
      <dgm:spPr/>
      <dgm:t>
        <a:bodyPr/>
        <a:lstStyle/>
        <a:p>
          <a:endParaRPr lang="en-MY"/>
        </a:p>
      </dgm:t>
    </dgm:pt>
    <dgm:pt modelId="{0409C66C-CD9C-4FB2-9B68-EAAABF8DD64C}">
      <dgm:prSet phldrT="[Text]" phldr="0"/>
      <dgm:spPr/>
      <dgm:t>
        <a:bodyPr/>
        <a:lstStyle/>
        <a:p>
          <a:r>
            <a:rPr lang="en-US" noProof="1"/>
            <a:t>Dashboard</a:t>
          </a:r>
        </a:p>
      </dgm:t>
    </dgm:pt>
    <dgm:pt modelId="{DC30E757-2C8B-4602-8E98-BDA6E3B56136}" type="parTrans" cxnId="{951EFB5D-CBE7-4398-BC02-6F97CB810586}">
      <dgm:prSet/>
      <dgm:spPr/>
      <dgm:t>
        <a:bodyPr/>
        <a:lstStyle/>
        <a:p>
          <a:endParaRPr lang="en-MY"/>
        </a:p>
      </dgm:t>
    </dgm:pt>
    <dgm:pt modelId="{29DF550E-DA68-4B48-8A16-93BE66E57E10}" type="sibTrans" cxnId="{951EFB5D-CBE7-4398-BC02-6F97CB810586}">
      <dgm:prSet/>
      <dgm:spPr/>
      <dgm:t>
        <a:bodyPr/>
        <a:lstStyle/>
        <a:p>
          <a:endParaRPr lang="en-MY"/>
        </a:p>
      </dgm:t>
    </dgm:pt>
    <dgm:pt modelId="{3B626F20-BB14-4DE2-99B7-9AAD7EB7AA29}">
      <dgm:prSet phldrT="[Text]" phldr="0"/>
      <dgm:spPr/>
      <dgm:t>
        <a:bodyPr/>
        <a:lstStyle/>
        <a:p>
          <a:r>
            <a:rPr lang="en-US" noProof="1"/>
            <a:t>TV Display</a:t>
          </a:r>
        </a:p>
      </dgm:t>
    </dgm:pt>
    <dgm:pt modelId="{12416549-881E-49D7-86CE-52411A9205D5}" type="parTrans" cxnId="{86C8AC28-A84F-457D-A2B4-FC880810CB2F}">
      <dgm:prSet/>
      <dgm:spPr/>
      <dgm:t>
        <a:bodyPr/>
        <a:lstStyle/>
        <a:p>
          <a:endParaRPr lang="en-MY"/>
        </a:p>
      </dgm:t>
    </dgm:pt>
    <dgm:pt modelId="{B646FBC1-1069-4F41-8896-F60ADC76FA85}" type="sibTrans" cxnId="{86C8AC28-A84F-457D-A2B4-FC880810CB2F}">
      <dgm:prSet/>
      <dgm:spPr/>
      <dgm:t>
        <a:bodyPr/>
        <a:lstStyle/>
        <a:p>
          <a:endParaRPr lang="en-MY"/>
        </a:p>
      </dgm:t>
    </dgm:pt>
    <dgm:pt modelId="{3A7B464C-18FB-4B8F-919B-7901E6F04E9C}">
      <dgm:prSet phldrT="[Text]" phldr="0"/>
      <dgm:spPr/>
      <dgm:t>
        <a:bodyPr/>
        <a:lstStyle/>
        <a:p>
          <a:r>
            <a:rPr lang="en-US" noProof="1"/>
            <a:t>Mobile-Link</a:t>
          </a:r>
        </a:p>
      </dgm:t>
    </dgm:pt>
    <dgm:pt modelId="{B1807288-64C4-4C0C-9FA8-85C134567E6E}" type="parTrans" cxnId="{C8157A97-8ABB-43D2-AAE2-16774EFDECC4}">
      <dgm:prSet/>
      <dgm:spPr/>
      <dgm:t>
        <a:bodyPr/>
        <a:lstStyle/>
        <a:p>
          <a:endParaRPr lang="en-MY"/>
        </a:p>
      </dgm:t>
    </dgm:pt>
    <dgm:pt modelId="{8B6A42B8-4FBC-4CA0-9790-9EA25183264B}" type="sibTrans" cxnId="{C8157A97-8ABB-43D2-AAE2-16774EFDECC4}">
      <dgm:prSet/>
      <dgm:spPr/>
      <dgm:t>
        <a:bodyPr/>
        <a:lstStyle/>
        <a:p>
          <a:endParaRPr lang="en-MY"/>
        </a:p>
      </dgm:t>
    </dgm:pt>
    <dgm:pt modelId="{276D74A5-A2B9-4093-B94B-095F21C3E137}" type="pres">
      <dgm:prSet presAssocID="{5C27D413-394C-4FD7-BF57-6610B9BCAAF2}" presName="diagram" presStyleCnt="0">
        <dgm:presLayoutVars>
          <dgm:dir/>
          <dgm:resizeHandles val="exact"/>
        </dgm:presLayoutVars>
      </dgm:prSet>
      <dgm:spPr/>
    </dgm:pt>
    <dgm:pt modelId="{DEF1A340-15CE-4D2F-9435-E9902290B76C}" type="pres">
      <dgm:prSet presAssocID="{E8099153-4E1A-44D2-AD76-D5C99A063A57}" presName="node" presStyleLbl="node1" presStyleIdx="0" presStyleCnt="4" custScaleX="117527">
        <dgm:presLayoutVars>
          <dgm:bulletEnabled val="1"/>
        </dgm:presLayoutVars>
      </dgm:prSet>
      <dgm:spPr/>
    </dgm:pt>
    <dgm:pt modelId="{AB9871D1-D25E-4051-B856-815B32D567AC}" type="pres">
      <dgm:prSet presAssocID="{B5D9BFB9-2E72-482A-9239-825FD164EE2A}" presName="sibTrans" presStyleCnt="0"/>
      <dgm:spPr/>
    </dgm:pt>
    <dgm:pt modelId="{087DE305-F431-47FF-8BB8-8920151A39C5}" type="pres">
      <dgm:prSet presAssocID="{0409C66C-CD9C-4FB2-9B68-EAAABF8DD64C}" presName="node" presStyleLbl="node1" presStyleIdx="1" presStyleCnt="4" custScaleX="117527">
        <dgm:presLayoutVars>
          <dgm:bulletEnabled val="1"/>
        </dgm:presLayoutVars>
      </dgm:prSet>
      <dgm:spPr/>
    </dgm:pt>
    <dgm:pt modelId="{01FFE343-C0BA-47CD-A860-8A87C72D954A}" type="pres">
      <dgm:prSet presAssocID="{29DF550E-DA68-4B48-8A16-93BE66E57E10}" presName="sibTrans" presStyleCnt="0"/>
      <dgm:spPr/>
    </dgm:pt>
    <dgm:pt modelId="{EC22925F-4CC0-4173-8A99-0F62580C2B99}" type="pres">
      <dgm:prSet presAssocID="{3B626F20-BB14-4DE2-99B7-9AAD7EB7AA29}" presName="node" presStyleLbl="node1" presStyleIdx="2" presStyleCnt="4" custScaleX="117527">
        <dgm:presLayoutVars>
          <dgm:bulletEnabled val="1"/>
        </dgm:presLayoutVars>
      </dgm:prSet>
      <dgm:spPr/>
    </dgm:pt>
    <dgm:pt modelId="{A87D5785-965A-4DEE-9526-D831B013AE30}" type="pres">
      <dgm:prSet presAssocID="{B646FBC1-1069-4F41-8896-F60ADC76FA85}" presName="sibTrans" presStyleCnt="0"/>
      <dgm:spPr/>
    </dgm:pt>
    <dgm:pt modelId="{0F374DCD-74A6-4155-887B-6C88E8AE94EA}" type="pres">
      <dgm:prSet presAssocID="{3A7B464C-18FB-4B8F-919B-7901E6F04E9C}" presName="node" presStyleLbl="node1" presStyleIdx="3" presStyleCnt="4" custScaleX="117527">
        <dgm:presLayoutVars>
          <dgm:bulletEnabled val="1"/>
        </dgm:presLayoutVars>
      </dgm:prSet>
      <dgm:spPr/>
    </dgm:pt>
  </dgm:ptLst>
  <dgm:cxnLst>
    <dgm:cxn modelId="{86C8AC28-A84F-457D-A2B4-FC880810CB2F}" srcId="{5C27D413-394C-4FD7-BF57-6610B9BCAAF2}" destId="{3B626F20-BB14-4DE2-99B7-9AAD7EB7AA29}" srcOrd="2" destOrd="0" parTransId="{12416549-881E-49D7-86CE-52411A9205D5}" sibTransId="{B646FBC1-1069-4F41-8896-F60ADC76FA85}"/>
    <dgm:cxn modelId="{668DC95D-7C1B-4CEA-8EAD-EC9ADD2EE484}" type="presOf" srcId="{5C27D413-394C-4FD7-BF57-6610B9BCAAF2}" destId="{276D74A5-A2B9-4093-B94B-095F21C3E137}" srcOrd="0" destOrd="0" presId="urn:microsoft.com/office/officeart/2005/8/layout/default"/>
    <dgm:cxn modelId="{951EFB5D-CBE7-4398-BC02-6F97CB810586}" srcId="{5C27D413-394C-4FD7-BF57-6610B9BCAAF2}" destId="{0409C66C-CD9C-4FB2-9B68-EAAABF8DD64C}" srcOrd="1" destOrd="0" parTransId="{DC30E757-2C8B-4602-8E98-BDA6E3B56136}" sibTransId="{29DF550E-DA68-4B48-8A16-93BE66E57E10}"/>
    <dgm:cxn modelId="{9D89247C-8B60-49CE-B0C1-B44F60BE99B5}" srcId="{5C27D413-394C-4FD7-BF57-6610B9BCAAF2}" destId="{E8099153-4E1A-44D2-AD76-D5C99A063A57}" srcOrd="0" destOrd="0" parTransId="{96E395DB-A4EC-4034-8803-F2FE6D550A69}" sibTransId="{B5D9BFB9-2E72-482A-9239-825FD164EE2A}"/>
    <dgm:cxn modelId="{C8157A97-8ABB-43D2-AAE2-16774EFDECC4}" srcId="{5C27D413-394C-4FD7-BF57-6610B9BCAAF2}" destId="{3A7B464C-18FB-4B8F-919B-7901E6F04E9C}" srcOrd="3" destOrd="0" parTransId="{B1807288-64C4-4C0C-9FA8-85C134567E6E}" sibTransId="{8B6A42B8-4FBC-4CA0-9790-9EA25183264B}"/>
    <dgm:cxn modelId="{52E311AC-10F2-4FDF-BFFD-B3F4E8A17C0D}" type="presOf" srcId="{3A7B464C-18FB-4B8F-919B-7901E6F04E9C}" destId="{0F374DCD-74A6-4155-887B-6C88E8AE94EA}" srcOrd="0" destOrd="0" presId="urn:microsoft.com/office/officeart/2005/8/layout/default"/>
    <dgm:cxn modelId="{F15755B8-AD3F-43DB-A2FA-B4D2B21EE960}" type="presOf" srcId="{0409C66C-CD9C-4FB2-9B68-EAAABF8DD64C}" destId="{087DE305-F431-47FF-8BB8-8920151A39C5}" srcOrd="0" destOrd="0" presId="urn:microsoft.com/office/officeart/2005/8/layout/default"/>
    <dgm:cxn modelId="{0E4C5FE2-3AD3-45CD-A9A5-90A0F48C00C1}" type="presOf" srcId="{3B626F20-BB14-4DE2-99B7-9AAD7EB7AA29}" destId="{EC22925F-4CC0-4173-8A99-0F62580C2B99}" srcOrd="0" destOrd="0" presId="urn:microsoft.com/office/officeart/2005/8/layout/default"/>
    <dgm:cxn modelId="{3C3C9DF9-DF30-4362-8D4B-6DFDB88B917F}" type="presOf" srcId="{E8099153-4E1A-44D2-AD76-D5C99A063A57}" destId="{DEF1A340-15CE-4D2F-9435-E9902290B76C}" srcOrd="0" destOrd="0" presId="urn:microsoft.com/office/officeart/2005/8/layout/default"/>
    <dgm:cxn modelId="{CA3ED31B-CFF2-4B96-A49E-FB7A7E9770B5}" type="presParOf" srcId="{276D74A5-A2B9-4093-B94B-095F21C3E137}" destId="{DEF1A340-15CE-4D2F-9435-E9902290B76C}" srcOrd="0" destOrd="0" presId="urn:microsoft.com/office/officeart/2005/8/layout/default"/>
    <dgm:cxn modelId="{5267A754-EDB2-48CD-98B7-5413161B0203}" type="presParOf" srcId="{276D74A5-A2B9-4093-B94B-095F21C3E137}" destId="{AB9871D1-D25E-4051-B856-815B32D567AC}" srcOrd="1" destOrd="0" presId="urn:microsoft.com/office/officeart/2005/8/layout/default"/>
    <dgm:cxn modelId="{FF14DFEA-3641-40F5-A5D8-D6B19CEC4713}" type="presParOf" srcId="{276D74A5-A2B9-4093-B94B-095F21C3E137}" destId="{087DE305-F431-47FF-8BB8-8920151A39C5}" srcOrd="2" destOrd="0" presId="urn:microsoft.com/office/officeart/2005/8/layout/default"/>
    <dgm:cxn modelId="{7D8AD454-DEC7-4131-9BE7-12EE0B8186FA}" type="presParOf" srcId="{276D74A5-A2B9-4093-B94B-095F21C3E137}" destId="{01FFE343-C0BA-47CD-A860-8A87C72D954A}" srcOrd="3" destOrd="0" presId="urn:microsoft.com/office/officeart/2005/8/layout/default"/>
    <dgm:cxn modelId="{F8EDD1E8-13A6-41AE-9948-DB97DB0E6CE8}" type="presParOf" srcId="{276D74A5-A2B9-4093-B94B-095F21C3E137}" destId="{EC22925F-4CC0-4173-8A99-0F62580C2B99}" srcOrd="4" destOrd="0" presId="urn:microsoft.com/office/officeart/2005/8/layout/default"/>
    <dgm:cxn modelId="{94E54BB2-9207-40AD-A5ED-9CCCC5093453}" type="presParOf" srcId="{276D74A5-A2B9-4093-B94B-095F21C3E137}" destId="{A87D5785-965A-4DEE-9526-D831B013AE30}" srcOrd="5" destOrd="0" presId="urn:microsoft.com/office/officeart/2005/8/layout/default"/>
    <dgm:cxn modelId="{50C9C371-7D66-461B-A7D7-840403FEEF4D}" type="presParOf" srcId="{276D74A5-A2B9-4093-B94B-095F21C3E137}" destId="{0F374DCD-74A6-4155-887B-6C88E8AE94E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1A340-15CE-4D2F-9435-E9902290B76C}">
      <dsp:nvSpPr>
        <dsp:cNvPr id="0" name=""/>
        <dsp:cNvSpPr/>
      </dsp:nvSpPr>
      <dsp:spPr>
        <a:xfrm>
          <a:off x="1098586" y="703"/>
          <a:ext cx="4196576" cy="2142440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 noProof="1"/>
            <a:t>Terminal</a:t>
          </a:r>
        </a:p>
      </dsp:txBody>
      <dsp:txXfrm>
        <a:off x="1098586" y="703"/>
        <a:ext cx="4196576" cy="2142440"/>
      </dsp:txXfrm>
    </dsp:sp>
    <dsp:sp modelId="{087DE305-F431-47FF-8BB8-8920151A39C5}">
      <dsp:nvSpPr>
        <dsp:cNvPr id="0" name=""/>
        <dsp:cNvSpPr/>
      </dsp:nvSpPr>
      <dsp:spPr>
        <a:xfrm>
          <a:off x="5652236" y="703"/>
          <a:ext cx="4196576" cy="2142440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116428"/>
                <a:satOff val="-2085"/>
                <a:lumOff val="88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16428"/>
                <a:satOff val="-2085"/>
                <a:lumOff val="88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16428"/>
                <a:satOff val="-2085"/>
                <a:lumOff val="88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 noProof="1"/>
            <a:t>Dashboard</a:t>
          </a:r>
        </a:p>
      </dsp:txBody>
      <dsp:txXfrm>
        <a:off x="5652236" y="703"/>
        <a:ext cx="4196576" cy="2142440"/>
      </dsp:txXfrm>
    </dsp:sp>
    <dsp:sp modelId="{EC22925F-4CC0-4173-8A99-0F62580C2B99}">
      <dsp:nvSpPr>
        <dsp:cNvPr id="0" name=""/>
        <dsp:cNvSpPr/>
      </dsp:nvSpPr>
      <dsp:spPr>
        <a:xfrm>
          <a:off x="1098586" y="2500217"/>
          <a:ext cx="4196576" cy="2142440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232855"/>
                <a:satOff val="-4171"/>
                <a:lumOff val="1772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32855"/>
                <a:satOff val="-4171"/>
                <a:lumOff val="1772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32855"/>
                <a:satOff val="-4171"/>
                <a:lumOff val="1772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 noProof="1"/>
            <a:t>TV Display</a:t>
          </a:r>
        </a:p>
      </dsp:txBody>
      <dsp:txXfrm>
        <a:off x="1098586" y="2500217"/>
        <a:ext cx="4196576" cy="2142440"/>
      </dsp:txXfrm>
    </dsp:sp>
    <dsp:sp modelId="{0F374DCD-74A6-4155-887B-6C88E8AE94EA}">
      <dsp:nvSpPr>
        <dsp:cNvPr id="0" name=""/>
        <dsp:cNvSpPr/>
      </dsp:nvSpPr>
      <dsp:spPr>
        <a:xfrm>
          <a:off x="5652236" y="2500217"/>
          <a:ext cx="4196576" cy="2142440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 noProof="1"/>
            <a:t>Mobile-Link</a:t>
          </a:r>
        </a:p>
      </dsp:txBody>
      <dsp:txXfrm>
        <a:off x="5652236" y="2500217"/>
        <a:ext cx="4196576" cy="2142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53851-6CB4-D1F3-BFED-1D32638B0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8A7EC-8F1D-33C6-15F2-2A9AA6F6D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2F4FF-DF9B-1692-28F9-920DAB1C7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B55F-5CCC-4996-8A16-5A457BB31429}" type="datetimeFigureOut">
              <a:rPr lang="en-MY" smtClean="0"/>
              <a:t>13/05/2026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EC80B-A9A2-03E1-E4AF-FFE40C5F2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8856C-46CA-92C1-6F0A-232B281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C2BD-7119-4145-91CB-C5FD657715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1647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46A5-1195-302B-10FD-DF9702D7C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6D610-9367-8460-0998-B9BB27794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8B645-E1E8-BB29-7E57-C980CE31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B55F-5CCC-4996-8A16-5A457BB31429}" type="datetimeFigureOut">
              <a:rPr lang="en-MY" smtClean="0"/>
              <a:t>13/05/2026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56B8E-D321-3479-6713-F82FB48E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F4A70-DEC9-4B99-9AB2-22E3A36FB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C2BD-7119-4145-91CB-C5FD657715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152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6092F-3C68-F390-A18B-26545581A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59E1A-52E9-6053-16E4-1982A3CDB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3D415-8420-0ADB-C2AF-86BCCE7DF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B55F-5CCC-4996-8A16-5A457BB31429}" type="datetimeFigureOut">
              <a:rPr lang="en-MY" smtClean="0"/>
              <a:t>13/05/2026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E73DF-086D-6C16-F95D-A54DCC35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CCD04-5364-869E-C8D3-81B02434A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C2BD-7119-4145-91CB-C5FD657715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01996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33104-1D6A-C008-BE4E-7EFFC7444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33296-C250-6A64-C42F-1209E3682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C5B58-8F0D-7303-5876-CDA3D57B1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5F649-1ED3-4171-25C2-A7972FFD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B55F-5CCC-4996-8A16-5A457BB31429}" type="datetimeFigureOut">
              <a:rPr lang="en-MY" smtClean="0"/>
              <a:t>13/05/2026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4EA7D-2A2D-4866-39DC-4991A5545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A2360-6A20-EEAC-12C5-A7FA64C7E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C2BD-7119-4145-91CB-C5FD657715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0159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D0D3F-C34D-BE36-5A34-46D39899A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1E9F3-FA4F-95C1-E4CB-45C85AB20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B1DFC-802E-68A2-96C3-33E0CC128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FDA65E-D186-7D1B-BA19-010F21B3D2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916132-140B-920E-16C3-B597A2CE8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C23AE1-054F-3BC9-748C-405A8E81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B55F-5CCC-4996-8A16-5A457BB31429}" type="datetimeFigureOut">
              <a:rPr lang="en-MY" smtClean="0"/>
              <a:t>13/05/2026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0010DA-3689-9CA7-8348-3A14E8C88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E81FC2-3F1E-07D4-25FC-EBCEEE503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C2BD-7119-4145-91CB-C5FD657715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1575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05231-C4B6-1EEB-4C20-85FC2D844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B1E67-E05B-1446-5095-78004A93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B55F-5CCC-4996-8A16-5A457BB31429}" type="datetimeFigureOut">
              <a:rPr lang="en-MY" smtClean="0"/>
              <a:t>13/05/2026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7429E-D026-4F12-069F-A0D1AC315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465710-FD37-43F7-1C01-2AAC990C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C2BD-7119-4145-91CB-C5FD657715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9490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F9487E-A2D9-75F4-6805-F9857075C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B55F-5CCC-4996-8A16-5A457BB31429}" type="datetimeFigureOut">
              <a:rPr lang="en-MY" smtClean="0"/>
              <a:t>13/05/2026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6F3B1-28A6-2FE7-EB46-17559630A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DFD31-05CE-5386-3936-89BD34E91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C2BD-7119-4145-91CB-C5FD657715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2906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8E47D-19CA-0A13-411E-F2C1F3BE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5C678-A2F9-0950-4115-DED574199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F7625-D45E-A157-00F8-119F3FB5E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407F-B0AD-C0CD-18D1-6F9EADDD5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B55F-5CCC-4996-8A16-5A457BB31429}" type="datetimeFigureOut">
              <a:rPr lang="en-MY" smtClean="0"/>
              <a:t>13/05/2026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8AF17-CCB9-CAAC-34AF-50EC6CAE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6C4DD-8450-34E8-2254-236E8149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C2BD-7119-4145-91CB-C5FD657715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4649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2F0F-E3CB-ACE8-36E0-B5F5DE097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08DB87-4262-6A82-A431-C4B1CD6FB9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01050-5471-9D7E-509F-E2E37D58F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424A9-1275-F12D-AE51-95625244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B55F-5CCC-4996-8A16-5A457BB31429}" type="datetimeFigureOut">
              <a:rPr lang="en-MY" smtClean="0"/>
              <a:t>13/05/2026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0CF0E-17CC-F466-DEE4-5964CDE9F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FA4A1-EDE5-4ABE-DD55-153735694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C2BD-7119-4145-91CB-C5FD657715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7697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042D-B476-FA6A-D853-A5258D32F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27AFB-0299-E125-5F1F-065AFAF38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2C154-732B-CEC1-E9BE-6010EE854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B55F-5CCC-4996-8A16-5A457BB31429}" type="datetimeFigureOut">
              <a:rPr lang="en-MY" smtClean="0"/>
              <a:t>13/05/2026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861FE-CA12-6511-28EF-6D12BD23A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C8847-E4D9-8ABB-1240-50A90460F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C2BD-7119-4145-91CB-C5FD657715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24891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EB552-B892-CF1C-E2BF-854236828B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E14B18-2BCB-18E8-D3C1-747E4F4CE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1ECCC-A5AC-3985-6E56-82837616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B55F-5CCC-4996-8A16-5A457BB31429}" type="datetimeFigureOut">
              <a:rPr lang="en-MY" smtClean="0"/>
              <a:t>13/05/2026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89757-F19D-F015-A874-6BEEC50A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0E2A1-5124-8F9D-28FE-C9DC5F85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C2BD-7119-4145-91CB-C5FD657715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2501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436C52-0F45-326D-47B9-8D2371AB8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554E2-47A2-8AE1-F8E8-F76F154AF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DBACC-CE49-5D08-DC72-047920DE16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3B55F-5CCC-4996-8A16-5A457BB31429}" type="datetimeFigureOut">
              <a:rPr lang="en-MY" smtClean="0"/>
              <a:t>13/05/2026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97C91-93A0-C843-6400-E46952653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BE1A3-B315-6518-B62F-31A126CA5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6C2BD-7119-4145-91CB-C5FD657715F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3030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10" Type="http://schemas.openxmlformats.org/officeDocument/2006/relationships/image" Target="../media/image1.pn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3.svg"/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7.svg"/><Relationship Id="rId5" Type="http://schemas.openxmlformats.org/officeDocument/2006/relationships/image" Target="../media/image12.svg"/><Relationship Id="rId10" Type="http://schemas.openxmlformats.org/officeDocument/2006/relationships/image" Target="../media/image16.svg"/><Relationship Id="rId4" Type="http://schemas.openxmlformats.org/officeDocument/2006/relationships/image" Target="../media/image2.svg"/><Relationship Id="rId9" Type="http://schemas.openxmlformats.org/officeDocument/2006/relationships/image" Target="../media/image15.svg"/><Relationship Id="rId1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1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3.svg"/><Relationship Id="rId5" Type="http://schemas.openxmlformats.org/officeDocument/2006/relationships/image" Target="../media/image9.svg"/><Relationship Id="rId10" Type="http://schemas.openxmlformats.org/officeDocument/2006/relationships/image" Target="../media/image18.svg"/><Relationship Id="rId4" Type="http://schemas.openxmlformats.org/officeDocument/2006/relationships/image" Target="../media/image2.sv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backuphs.duckdns.org/qms/display" TargetMode="External"/><Relationship Id="rId2" Type="http://schemas.openxmlformats.org/officeDocument/2006/relationships/hyperlink" Target="http://backuphs.duckdns.org/qms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26575-FD77-152B-F5BC-4644350634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1500" b="1" noProof="1">
                <a:latin typeface="Roboto" panose="02000000000000000000" pitchFamily="2" charset="0"/>
                <a:ea typeface="Roboto" panose="02000000000000000000" pitchFamily="2" charset="0"/>
              </a:rPr>
              <a:t>    MS OPD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31C03-33CC-0767-2C9B-E3C107D3D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9950" y="3602038"/>
            <a:ext cx="5372100" cy="474662"/>
          </a:xfrm>
        </p:spPr>
        <p:txBody>
          <a:bodyPr/>
          <a:lstStyle/>
          <a:p>
            <a:r>
              <a:rPr lang="en-US" i="1" noProof="1"/>
              <a:t>Farmasi Pesakit Luar, Hospital Segamat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7994394-C0A2-0ED5-F428-CEED94C9F27E}"/>
              </a:ext>
            </a:extLst>
          </p:cNvPr>
          <p:cNvSpPr txBox="1">
            <a:spLocks/>
          </p:cNvSpPr>
          <p:nvPr/>
        </p:nvSpPr>
        <p:spPr>
          <a:xfrm>
            <a:off x="1524000" y="6457950"/>
            <a:ext cx="9144000" cy="304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noProof="1"/>
              <a:t>Muhammad Redzuan bin Zulkifli (RPh 14205)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65E465-09C5-8682-9239-1ECE1C6B7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551" y="1701801"/>
            <a:ext cx="18542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482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raphic 42">
            <a:extLst>
              <a:ext uri="{FF2B5EF4-FFF2-40B4-BE49-F238E27FC236}">
                <a16:creationId xmlns:a16="http://schemas.microsoft.com/office/drawing/2014/main" id="{E02712CA-C6B0-AD66-BB88-97A863A355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6914" y="3201701"/>
            <a:ext cx="1379124" cy="931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F72DBB-35F4-6EE6-D8F6-7FB2BD3E7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8200"/>
          </a:xfrm>
        </p:spPr>
        <p:txBody>
          <a:bodyPr/>
          <a:lstStyle/>
          <a:p>
            <a:r>
              <a:rPr lang="en-US" b="1" noProof="1">
                <a:latin typeface="Roboto" panose="02000000000000000000" pitchFamily="2" charset="0"/>
                <a:ea typeface="Roboto" panose="02000000000000000000" pitchFamily="2" charset="0"/>
              </a:rPr>
              <a:t>System Architecture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A4403A-6650-9FE7-D6CB-F90EB33818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8603" y="4278314"/>
            <a:ext cx="766936" cy="773224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D75D8F4-669E-EF9A-B764-0DFB889C7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1897" y="3299823"/>
            <a:ext cx="609159" cy="60915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2517AC0-CF30-271F-DE3B-BD862FA8E5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7270" y="3235813"/>
            <a:ext cx="390902" cy="28920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4152807-E217-E9BD-64FC-CDB895FBA7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2971" y="2931301"/>
            <a:ext cx="838200" cy="121292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9CD3C6D-4B85-1E1A-7309-7DD2D33791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1350" y="3235813"/>
            <a:ext cx="390902" cy="289204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CEECCF-DA3F-5781-0B6B-77174359BE18}"/>
              </a:ext>
            </a:extLst>
          </p:cNvPr>
          <p:cNvCxnSpPr>
            <a:cxnSpLocks/>
          </p:cNvCxnSpPr>
          <p:nvPr/>
        </p:nvCxnSpPr>
        <p:spPr>
          <a:xfrm>
            <a:off x="2095500" y="3636408"/>
            <a:ext cx="3334564" cy="0"/>
          </a:xfrm>
          <a:prstGeom prst="line">
            <a:avLst/>
          </a:prstGeom>
          <a:ln w="57150" cap="rnd">
            <a:solidFill>
              <a:srgbClr val="FF0000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9734B7-C820-1135-FB41-5634300308E2}"/>
              </a:ext>
            </a:extLst>
          </p:cNvPr>
          <p:cNvCxnSpPr>
            <a:cxnSpLocks/>
          </p:cNvCxnSpPr>
          <p:nvPr/>
        </p:nvCxnSpPr>
        <p:spPr>
          <a:xfrm>
            <a:off x="6608783" y="3636408"/>
            <a:ext cx="3659981" cy="0"/>
          </a:xfrm>
          <a:prstGeom prst="line">
            <a:avLst/>
          </a:prstGeom>
          <a:ln w="57150" cap="rnd">
            <a:solidFill>
              <a:srgbClr val="FF0000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1DB371CC-019B-1897-3FB3-00A5445E13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" y="4278314"/>
            <a:ext cx="523717" cy="5601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827DAEE-8AD7-85CF-E711-0324C23AC2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64618" y="4239640"/>
            <a:ext cx="523717" cy="5601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CACDAE9-7D2B-1DEB-AB33-BDFE01AAC001}"/>
              </a:ext>
            </a:extLst>
          </p:cNvPr>
          <p:cNvSpPr txBox="1"/>
          <p:nvPr/>
        </p:nvSpPr>
        <p:spPr>
          <a:xfrm>
            <a:off x="447182" y="4838464"/>
            <a:ext cx="1236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Terminal</a:t>
            </a:r>
          </a:p>
          <a:p>
            <a:pPr algn="ctr"/>
            <a:r>
              <a:rPr lang="en-US"/>
              <a:t>Dashboard</a:t>
            </a:r>
            <a:endParaRPr lang="en-MY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E3F2E1-AC04-F479-C901-CADEE52A6BFC}"/>
              </a:ext>
            </a:extLst>
          </p:cNvPr>
          <p:cNvSpPr txBox="1"/>
          <p:nvPr/>
        </p:nvSpPr>
        <p:spPr>
          <a:xfrm>
            <a:off x="4650841" y="5092699"/>
            <a:ext cx="27024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Backend Server</a:t>
            </a:r>
          </a:p>
          <a:p>
            <a:pPr algn="ctr"/>
            <a:r>
              <a:rPr lang="en-US" sz="1200"/>
              <a:t>(Python, Flask, Socket.IO, eventlet)</a:t>
            </a:r>
            <a:endParaRPr lang="en-MY" sz="1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AF580E-96F7-710E-5233-56820ADD5A76}"/>
              </a:ext>
            </a:extLst>
          </p:cNvPr>
          <p:cNvSpPr txBox="1"/>
          <p:nvPr/>
        </p:nvSpPr>
        <p:spPr>
          <a:xfrm>
            <a:off x="10508134" y="4792297"/>
            <a:ext cx="1236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Display</a:t>
            </a:r>
            <a:endParaRPr lang="en-MY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C7FC86A5-68EB-F2E2-933B-261FA8C69F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25402" y="783785"/>
            <a:ext cx="1024581" cy="745608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E15435F-EF54-82B6-3354-CA9E63589CFC}"/>
              </a:ext>
            </a:extLst>
          </p:cNvPr>
          <p:cNvCxnSpPr>
            <a:cxnSpLocks/>
          </p:cNvCxnSpPr>
          <p:nvPr/>
        </p:nvCxnSpPr>
        <p:spPr>
          <a:xfrm flipV="1">
            <a:off x="6515100" y="1513315"/>
            <a:ext cx="1510302" cy="1322352"/>
          </a:xfrm>
          <a:prstGeom prst="line">
            <a:avLst/>
          </a:prstGeom>
          <a:ln w="57150" cap="sq">
            <a:solidFill>
              <a:schemeClr val="accent5">
                <a:lumMod val="60000"/>
                <a:lumOff val="40000"/>
              </a:schemeClr>
            </a:solidFill>
            <a:prstDash val="sysDot"/>
            <a:bevel/>
            <a:headEnd type="diamond" w="sm" len="med"/>
            <a:tailEnd type="diamond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c 35">
            <a:extLst>
              <a:ext uri="{FF2B5EF4-FFF2-40B4-BE49-F238E27FC236}">
                <a16:creationId xmlns:a16="http://schemas.microsoft.com/office/drawing/2014/main" id="{849FD37C-DEB8-4259-0623-AD8B98A21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07341" y="898267"/>
            <a:ext cx="523717" cy="56015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FB7CBA2-F013-F587-DB6F-EE7E8C21157E}"/>
              </a:ext>
            </a:extLst>
          </p:cNvPr>
          <p:cNvSpPr txBox="1"/>
          <p:nvPr/>
        </p:nvSpPr>
        <p:spPr>
          <a:xfrm>
            <a:off x="9858558" y="1026197"/>
            <a:ext cx="1302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Mobile-Link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DD3F4F-D01B-A9DD-A8E8-585D007F720A}"/>
              </a:ext>
            </a:extLst>
          </p:cNvPr>
          <p:cNvSpPr txBox="1"/>
          <p:nvPr/>
        </p:nvSpPr>
        <p:spPr>
          <a:xfrm>
            <a:off x="7810666" y="1473247"/>
            <a:ext cx="1496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Google Firebase API</a:t>
            </a:r>
            <a:endParaRPr lang="en-MY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7E79BE-820F-FEF5-3810-FCB661E71B7F}"/>
              </a:ext>
            </a:extLst>
          </p:cNvPr>
          <p:cNvSpPr txBox="1"/>
          <p:nvPr/>
        </p:nvSpPr>
        <p:spPr>
          <a:xfrm>
            <a:off x="2834384" y="3676477"/>
            <a:ext cx="1496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chemeClr val="accent6">
                    <a:lumMod val="50000"/>
                  </a:schemeClr>
                </a:solidFill>
              </a:rPr>
              <a:t>Websocket</a:t>
            </a:r>
            <a:endParaRPr lang="en-MY" sz="1400" i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E19C3-F144-53BC-AE2F-3013EDA900EA}"/>
              </a:ext>
            </a:extLst>
          </p:cNvPr>
          <p:cNvSpPr txBox="1"/>
          <p:nvPr/>
        </p:nvSpPr>
        <p:spPr>
          <a:xfrm>
            <a:off x="7598464" y="3676477"/>
            <a:ext cx="1496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chemeClr val="accent6">
                    <a:lumMod val="50000"/>
                  </a:schemeClr>
                </a:solidFill>
              </a:rPr>
              <a:t>Websocket</a:t>
            </a:r>
            <a:endParaRPr lang="en-MY" sz="1400" i="1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FA75616-DCD3-EBEA-30AD-D1A776305758}"/>
              </a:ext>
            </a:extLst>
          </p:cNvPr>
          <p:cNvGrpSpPr/>
          <p:nvPr/>
        </p:nvGrpSpPr>
        <p:grpSpPr>
          <a:xfrm>
            <a:off x="343153" y="2835667"/>
            <a:ext cx="1617176" cy="1684048"/>
            <a:chOff x="938774" y="2292197"/>
            <a:chExt cx="1088218" cy="1088218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6DA6ECFC-7C48-CBAF-4B45-E3F77AD953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51741" y="2607985"/>
              <a:ext cx="323316" cy="323316"/>
            </a:xfrm>
            <a:prstGeom prst="rect">
              <a:avLst/>
            </a:prstGeom>
          </p:spPr>
        </p:pic>
        <p:pic>
          <p:nvPicPr>
            <p:cNvPr id="44" name="Graphic 43" descr="Computer with solid fill">
              <a:extLst>
                <a:ext uri="{FF2B5EF4-FFF2-40B4-BE49-F238E27FC236}">
                  <a16:creationId xmlns:a16="http://schemas.microsoft.com/office/drawing/2014/main" id="{A1B84F0D-6677-3F7E-AA47-C127387786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8774" y="2292197"/>
              <a:ext cx="1088218" cy="1088218"/>
            </a:xfrm>
            <a:prstGeom prst="rect">
              <a:avLst/>
            </a:prstGeom>
          </p:spPr>
        </p:pic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1EEEB038-70C9-4928-EA0D-82CD7BDD0E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2362" y="0"/>
            <a:ext cx="659638" cy="6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68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>
            <a:extLst>
              <a:ext uri="{FF2B5EF4-FFF2-40B4-BE49-F238E27FC236}">
                <a16:creationId xmlns:a16="http://schemas.microsoft.com/office/drawing/2014/main" id="{90E493AA-B1BB-CD13-9525-6FCB9233DE5E}"/>
              </a:ext>
            </a:extLst>
          </p:cNvPr>
          <p:cNvSpPr/>
          <p:nvPr/>
        </p:nvSpPr>
        <p:spPr>
          <a:xfrm>
            <a:off x="4976603" y="1496291"/>
            <a:ext cx="1660896" cy="46181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65E93D0-452B-E81E-D666-FBCF435612B2}"/>
              </a:ext>
            </a:extLst>
          </p:cNvPr>
          <p:cNvSpPr/>
          <p:nvPr/>
        </p:nvSpPr>
        <p:spPr>
          <a:xfrm>
            <a:off x="9116292" y="1496291"/>
            <a:ext cx="2530763" cy="46181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C669FD4-7F23-DC36-422B-A4FEA88BCE6C}"/>
              </a:ext>
            </a:extLst>
          </p:cNvPr>
          <p:cNvSpPr/>
          <p:nvPr/>
        </p:nvSpPr>
        <p:spPr>
          <a:xfrm>
            <a:off x="757382" y="1496291"/>
            <a:ext cx="2017520" cy="46181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C46B56-60EB-CB0C-0A02-2C5EFF92C373}"/>
              </a:ext>
            </a:extLst>
          </p:cNvPr>
          <p:cNvCxnSpPr>
            <a:cxnSpLocks/>
          </p:cNvCxnSpPr>
          <p:nvPr/>
        </p:nvCxnSpPr>
        <p:spPr>
          <a:xfrm flipV="1">
            <a:off x="5836393" y="3692836"/>
            <a:ext cx="12024" cy="60483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0FFCD98-D469-FEA3-ACD4-0422042DF640}"/>
              </a:ext>
            </a:extLst>
          </p:cNvPr>
          <p:cNvCxnSpPr>
            <a:cxnSpLocks/>
          </p:cNvCxnSpPr>
          <p:nvPr/>
        </p:nvCxnSpPr>
        <p:spPr>
          <a:xfrm flipH="1">
            <a:off x="8466535" y="2465473"/>
            <a:ext cx="1398033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Laptop with solid fill">
            <a:extLst>
              <a:ext uri="{FF2B5EF4-FFF2-40B4-BE49-F238E27FC236}">
                <a16:creationId xmlns:a16="http://schemas.microsoft.com/office/drawing/2014/main" id="{F56B71EA-2CF8-7CA1-E997-A7D0CE1965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8428" y="3637822"/>
            <a:ext cx="1062854" cy="1062854"/>
          </a:xfrm>
          <a:prstGeom prst="rect">
            <a:avLst/>
          </a:prstGeom>
        </p:spPr>
      </p:pic>
      <p:pic>
        <p:nvPicPr>
          <p:cNvPr id="15" name="Graphic 14" descr="Smart Phone with solid fill">
            <a:extLst>
              <a:ext uri="{FF2B5EF4-FFF2-40B4-BE49-F238E27FC236}">
                <a16:creationId xmlns:a16="http://schemas.microsoft.com/office/drawing/2014/main" id="{6BAD8945-B393-F675-E2DB-FFF6F68D8B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605" y="4616544"/>
            <a:ext cx="914400" cy="914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7375C90-F85B-13AF-CDB8-CB2327B1FD50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30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noProof="1">
                <a:latin typeface="Roboto" panose="02000000000000000000" pitchFamily="2" charset="0"/>
                <a:ea typeface="Roboto" panose="02000000000000000000" pitchFamily="2" charset="0"/>
              </a:rPr>
              <a:t>Setup 1 – Host di Local Server ICT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94553E0-9479-924F-E0F9-967EF5E63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61809" y="1999478"/>
            <a:ext cx="1379124" cy="93198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2842185F-8045-A41D-D137-A3BAF5EBE1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8394" y="2100299"/>
            <a:ext cx="368141" cy="730344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21ED8933-BCED-7707-8C04-8E66DD87A6B4}"/>
              </a:ext>
            </a:extLst>
          </p:cNvPr>
          <p:cNvGrpSpPr/>
          <p:nvPr/>
        </p:nvGrpSpPr>
        <p:grpSpPr>
          <a:xfrm>
            <a:off x="1158428" y="1618921"/>
            <a:ext cx="1088218" cy="1329885"/>
            <a:chOff x="1427724" y="1618921"/>
            <a:chExt cx="1088218" cy="1329885"/>
          </a:xfrm>
        </p:grpSpPr>
        <p:pic>
          <p:nvPicPr>
            <p:cNvPr id="7" name="Graphic 6" descr="Computer with solid fill">
              <a:extLst>
                <a:ext uri="{FF2B5EF4-FFF2-40B4-BE49-F238E27FC236}">
                  <a16:creationId xmlns:a16="http://schemas.microsoft.com/office/drawing/2014/main" id="{43AC1457-D04A-CD10-BEC1-1EF62C357B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27724" y="1618921"/>
              <a:ext cx="1088218" cy="1088218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2198EFAB-D574-A6FD-FE29-8A60E790A1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27724" y="2465472"/>
              <a:ext cx="1066667" cy="483334"/>
            </a:xfrm>
            <a:prstGeom prst="rect">
              <a:avLst/>
            </a:prstGeom>
          </p:spPr>
        </p:pic>
      </p:grp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A24206C-A7ED-BF81-6E1D-25B432942759}"/>
              </a:ext>
            </a:extLst>
          </p:cNvPr>
          <p:cNvCxnSpPr>
            <a:cxnSpLocks/>
          </p:cNvCxnSpPr>
          <p:nvPr/>
        </p:nvCxnSpPr>
        <p:spPr>
          <a:xfrm>
            <a:off x="2367472" y="2465471"/>
            <a:ext cx="3004628" cy="963529"/>
          </a:xfrm>
          <a:prstGeom prst="bentConnector3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F604257-4998-B40B-CE99-92CE384EC1DA}"/>
              </a:ext>
            </a:extLst>
          </p:cNvPr>
          <p:cNvCxnSpPr>
            <a:cxnSpLocks/>
          </p:cNvCxnSpPr>
          <p:nvPr/>
        </p:nvCxnSpPr>
        <p:spPr>
          <a:xfrm flipV="1">
            <a:off x="4474369" y="3893583"/>
            <a:ext cx="1014412" cy="66879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76CEAF19-EE20-7A39-88D0-29BD38952AA9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6332220" y="2465471"/>
            <a:ext cx="1766174" cy="963529"/>
          </a:xfrm>
          <a:prstGeom prst="bentConnector3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BBEEFDFC-D799-21E6-8E66-CF36F50929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39005" y="4297674"/>
            <a:ext cx="556995" cy="806004"/>
          </a:xfrm>
          <a:prstGeom prst="rect">
            <a:avLst/>
          </a:prstGeom>
        </p:spPr>
      </p:pic>
      <p:pic>
        <p:nvPicPr>
          <p:cNvPr id="11" name="Graphic 10" descr="Social network with solid fill">
            <a:extLst>
              <a:ext uri="{FF2B5EF4-FFF2-40B4-BE49-F238E27FC236}">
                <a16:creationId xmlns:a16="http://schemas.microsoft.com/office/drawing/2014/main" id="{2BF85936-7DB2-70A3-33EA-550791C192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1412" y="2930055"/>
            <a:ext cx="1167744" cy="1167744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AF23B584-29EC-B8AA-FD54-1C6B3AB8DB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96368" y="4216496"/>
            <a:ext cx="769185" cy="644114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8082C00E-A445-1FA1-B0B4-3B834BC23CE6}"/>
              </a:ext>
            </a:extLst>
          </p:cNvPr>
          <p:cNvSpPr txBox="1"/>
          <p:nvPr/>
        </p:nvSpPr>
        <p:spPr>
          <a:xfrm>
            <a:off x="8698833" y="2128874"/>
            <a:ext cx="778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1">
                <a:solidFill>
                  <a:schemeClr val="accent1"/>
                </a:solidFill>
              </a:rPr>
              <a:t>HDMI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6A8EA41-0540-3F8C-665E-2B39CE6DEAF6}"/>
              </a:ext>
            </a:extLst>
          </p:cNvPr>
          <p:cNvSpPr txBox="1"/>
          <p:nvPr/>
        </p:nvSpPr>
        <p:spPr>
          <a:xfrm>
            <a:off x="2956116" y="2105098"/>
            <a:ext cx="778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1">
                <a:solidFill>
                  <a:srgbClr val="C00000"/>
                </a:solidFill>
              </a:rPr>
              <a:t>LAN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0FE01F4-D1A5-BA76-E994-F8C0F9D6A64A}"/>
              </a:ext>
            </a:extLst>
          </p:cNvPr>
          <p:cNvSpPr txBox="1"/>
          <p:nvPr/>
        </p:nvSpPr>
        <p:spPr>
          <a:xfrm>
            <a:off x="7290170" y="2105098"/>
            <a:ext cx="778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1">
                <a:solidFill>
                  <a:srgbClr val="C00000"/>
                </a:solidFill>
              </a:rPr>
              <a:t>LAN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DC68FD1-C169-64F3-0CA4-66C9A1517260}"/>
              </a:ext>
            </a:extLst>
          </p:cNvPr>
          <p:cNvGrpSpPr/>
          <p:nvPr/>
        </p:nvGrpSpPr>
        <p:grpSpPr>
          <a:xfrm>
            <a:off x="2653072" y="4139902"/>
            <a:ext cx="624064" cy="525373"/>
            <a:chOff x="7198179" y="4875182"/>
            <a:chExt cx="624064" cy="525373"/>
          </a:xfrm>
        </p:grpSpPr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FDF4873A-CAAA-A45B-FFB3-04842348F7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25907" y="4875182"/>
              <a:ext cx="368609" cy="284698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7FF1007-36B0-5D93-3C73-6DBDE7120F85}"/>
                </a:ext>
              </a:extLst>
            </p:cNvPr>
            <p:cNvSpPr txBox="1"/>
            <p:nvPr/>
          </p:nvSpPr>
          <p:spPr>
            <a:xfrm>
              <a:off x="7198179" y="5123556"/>
              <a:ext cx="624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noProof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WIFI</a:t>
              </a:r>
              <a:endParaRPr lang="en-US" b="1" noProof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F1F39AA4-FF8A-728F-4423-521A61FCFD7F}"/>
              </a:ext>
            </a:extLst>
          </p:cNvPr>
          <p:cNvSpPr txBox="1"/>
          <p:nvPr/>
        </p:nvSpPr>
        <p:spPr>
          <a:xfrm>
            <a:off x="854072" y="6114473"/>
            <a:ext cx="179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1"/>
              <a:t>Kaunter Farmasi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63B986D-8E66-50B4-057B-692800AA9099}"/>
              </a:ext>
            </a:extLst>
          </p:cNvPr>
          <p:cNvSpPr txBox="1"/>
          <p:nvPr/>
        </p:nvSpPr>
        <p:spPr>
          <a:xfrm>
            <a:off x="9377996" y="6081740"/>
            <a:ext cx="1946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1"/>
              <a:t>Ruang Menunggu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DC15545-D999-A0FC-D74D-0E4F5CC1F874}"/>
              </a:ext>
            </a:extLst>
          </p:cNvPr>
          <p:cNvSpPr txBox="1"/>
          <p:nvPr/>
        </p:nvSpPr>
        <p:spPr>
          <a:xfrm>
            <a:off x="5003454" y="5156578"/>
            <a:ext cx="157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1"/>
              <a:t>Local Server</a:t>
            </a:r>
          </a:p>
        </p:txBody>
      </p:sp>
      <p:pic>
        <p:nvPicPr>
          <p:cNvPr id="95" name="Graphic 94">
            <a:extLst>
              <a:ext uri="{FF2B5EF4-FFF2-40B4-BE49-F238E27FC236}">
                <a16:creationId xmlns:a16="http://schemas.microsoft.com/office/drawing/2014/main" id="{18FFCB86-5753-7CA4-FA91-3FFB4AE39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95885" y="4187571"/>
            <a:ext cx="1171575" cy="981075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36712CBD-F199-B367-19C2-C03B621C4CE2}"/>
              </a:ext>
            </a:extLst>
          </p:cNvPr>
          <p:cNvSpPr txBox="1"/>
          <p:nvPr/>
        </p:nvSpPr>
        <p:spPr>
          <a:xfrm>
            <a:off x="9864568" y="5200135"/>
            <a:ext cx="973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1">
                <a:solidFill>
                  <a:schemeClr val="accent6">
                    <a:lumMod val="50000"/>
                  </a:schemeClr>
                </a:solidFill>
              </a:rPr>
              <a:t>Pesakit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0D6CCDC-1CF2-D5D0-0F53-C8DEC1CC9883}"/>
              </a:ext>
            </a:extLst>
          </p:cNvPr>
          <p:cNvCxnSpPr>
            <a:cxnSpLocks/>
          </p:cNvCxnSpPr>
          <p:nvPr/>
        </p:nvCxnSpPr>
        <p:spPr>
          <a:xfrm>
            <a:off x="2303994" y="4700676"/>
            <a:ext cx="1322220" cy="0"/>
          </a:xfrm>
          <a:prstGeom prst="line">
            <a:avLst/>
          </a:prstGeom>
          <a:ln w="762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CEF9CF59-F2FB-3FF4-DF37-EE4793CB3AEA}"/>
              </a:ext>
            </a:extLst>
          </p:cNvPr>
          <p:cNvSpPr txBox="1"/>
          <p:nvPr/>
        </p:nvSpPr>
        <p:spPr>
          <a:xfrm>
            <a:off x="5192792" y="2784720"/>
            <a:ext cx="1324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/>
              <a:t>Intranet Network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07C3C1E-9F49-E04A-7D39-89D261042958}"/>
              </a:ext>
            </a:extLst>
          </p:cNvPr>
          <p:cNvSpPr txBox="1"/>
          <p:nvPr/>
        </p:nvSpPr>
        <p:spPr>
          <a:xfrm>
            <a:off x="3659005" y="4864792"/>
            <a:ext cx="10658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/>
              <a:t>Access Point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FBDCEFA-3ADF-FB15-53DB-1E7F983D18CB}"/>
              </a:ext>
            </a:extLst>
          </p:cNvPr>
          <p:cNvSpPr txBox="1"/>
          <p:nvPr/>
        </p:nvSpPr>
        <p:spPr>
          <a:xfrm>
            <a:off x="8098394" y="2858579"/>
            <a:ext cx="3894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/>
              <a:t>PC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FB8BB88-E110-D783-2287-9277B38F636C}"/>
              </a:ext>
            </a:extLst>
          </p:cNvPr>
          <p:cNvSpPr txBox="1"/>
          <p:nvPr/>
        </p:nvSpPr>
        <p:spPr>
          <a:xfrm>
            <a:off x="10156634" y="2930055"/>
            <a:ext cx="3894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/>
              <a:t>TV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0D3B678-10B2-A7CA-EA00-D77F1FC403A5}"/>
              </a:ext>
            </a:extLst>
          </p:cNvPr>
          <p:cNvSpPr txBox="1"/>
          <p:nvPr/>
        </p:nvSpPr>
        <p:spPr>
          <a:xfrm>
            <a:off x="1271674" y="2985267"/>
            <a:ext cx="690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/>
              <a:t>Desktop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CB58125-EE4B-C56D-D5C6-08D357FBD047}"/>
              </a:ext>
            </a:extLst>
          </p:cNvPr>
          <p:cNvSpPr txBox="1"/>
          <p:nvPr/>
        </p:nvSpPr>
        <p:spPr>
          <a:xfrm>
            <a:off x="1331676" y="5556114"/>
            <a:ext cx="690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/>
              <a:t>Mobile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4F1D932-BEC4-33B2-83AC-1ECAA1F01727}"/>
              </a:ext>
            </a:extLst>
          </p:cNvPr>
          <p:cNvSpPr txBox="1"/>
          <p:nvPr/>
        </p:nvSpPr>
        <p:spPr>
          <a:xfrm>
            <a:off x="4882417" y="6114473"/>
            <a:ext cx="179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1"/>
              <a:t>Bilik Server ICT</a:t>
            </a:r>
          </a:p>
        </p:txBody>
      </p:sp>
      <p:sp>
        <p:nvSpPr>
          <p:cNvPr id="112" name="Graphic 110">
            <a:extLst>
              <a:ext uri="{FF2B5EF4-FFF2-40B4-BE49-F238E27FC236}">
                <a16:creationId xmlns:a16="http://schemas.microsoft.com/office/drawing/2014/main" id="{8C6B4D49-9024-D531-81F7-399AF1BFAC7B}"/>
              </a:ext>
            </a:extLst>
          </p:cNvPr>
          <p:cNvSpPr/>
          <p:nvPr/>
        </p:nvSpPr>
        <p:spPr>
          <a:xfrm>
            <a:off x="6166782" y="4526775"/>
            <a:ext cx="376081" cy="414874"/>
          </a:xfrm>
          <a:custGeom>
            <a:avLst/>
            <a:gdLst>
              <a:gd name="csX0" fmla="*/ 17121 w 376081"/>
              <a:gd name="csY0" fmla="*/ 210125 h 414874"/>
              <a:gd name="csX1" fmla="*/ 30668 w 376081"/>
              <a:gd name="csY1" fmla="*/ 210125 h 414874"/>
              <a:gd name="csX2" fmla="*/ 30668 w 376081"/>
              <a:gd name="csY2" fmla="*/ 42467 h 414874"/>
              <a:gd name="csX3" fmla="*/ 73135 w 376081"/>
              <a:gd name="csY3" fmla="*/ 0 h 414874"/>
              <a:gd name="csX4" fmla="*/ 259964 w 376081"/>
              <a:gd name="csY4" fmla="*/ 0 h 414874"/>
              <a:gd name="csX5" fmla="*/ 265143 w 376081"/>
              <a:gd name="csY5" fmla="*/ 2580 h 414874"/>
              <a:gd name="csX6" fmla="*/ 343663 w 376081"/>
              <a:gd name="csY6" fmla="*/ 87530 h 414874"/>
              <a:gd name="csX7" fmla="*/ 345379 w 376081"/>
              <a:gd name="csY7" fmla="*/ 91915 h 414874"/>
              <a:gd name="csX8" fmla="*/ 345413 w 376081"/>
              <a:gd name="csY8" fmla="*/ 91915 h 414874"/>
              <a:gd name="csX9" fmla="*/ 345413 w 376081"/>
              <a:gd name="csY9" fmla="*/ 210125 h 414874"/>
              <a:gd name="csX10" fmla="*/ 358960 w 376081"/>
              <a:gd name="csY10" fmla="*/ 210125 h 414874"/>
              <a:gd name="csX11" fmla="*/ 376081 w 376081"/>
              <a:gd name="csY11" fmla="*/ 227246 h 414874"/>
              <a:gd name="csX12" fmla="*/ 376081 w 376081"/>
              <a:gd name="csY12" fmla="*/ 360060 h 414874"/>
              <a:gd name="csX13" fmla="*/ 358960 w 376081"/>
              <a:gd name="csY13" fmla="*/ 377182 h 414874"/>
              <a:gd name="csX14" fmla="*/ 345134 w 376081"/>
              <a:gd name="csY14" fmla="*/ 377182 h 414874"/>
              <a:gd name="csX15" fmla="*/ 302945 w 376081"/>
              <a:gd name="csY15" fmla="*/ 414875 h 414874"/>
              <a:gd name="csX16" fmla="*/ 73135 w 376081"/>
              <a:gd name="csY16" fmla="*/ 414875 h 414874"/>
              <a:gd name="csX17" fmla="*/ 30943 w 376081"/>
              <a:gd name="csY17" fmla="*/ 377182 h 414874"/>
              <a:gd name="csX18" fmla="*/ 17121 w 376081"/>
              <a:gd name="csY18" fmla="*/ 377182 h 414874"/>
              <a:gd name="csX19" fmla="*/ 0 w 376081"/>
              <a:gd name="csY19" fmla="*/ 360060 h 414874"/>
              <a:gd name="csX20" fmla="*/ 0 w 376081"/>
              <a:gd name="csY20" fmla="*/ 227246 h 414874"/>
              <a:gd name="csX21" fmla="*/ 17121 w 376081"/>
              <a:gd name="csY21" fmla="*/ 210125 h 414874"/>
              <a:gd name="csX22" fmla="*/ 43650 w 376081"/>
              <a:gd name="csY22" fmla="*/ 210125 h 414874"/>
              <a:gd name="csX23" fmla="*/ 332431 w 376081"/>
              <a:gd name="csY23" fmla="*/ 210125 h 414874"/>
              <a:gd name="csX24" fmla="*/ 332431 w 376081"/>
              <a:gd name="csY24" fmla="*/ 110656 h 414874"/>
              <a:gd name="csX25" fmla="*/ 306317 w 376081"/>
              <a:gd name="csY25" fmla="*/ 110656 h 414874"/>
              <a:gd name="csX26" fmla="*/ 306317 w 376081"/>
              <a:gd name="csY26" fmla="*/ 110629 h 414874"/>
              <a:gd name="csX27" fmla="*/ 306217 w 376081"/>
              <a:gd name="csY27" fmla="*/ 110629 h 414874"/>
              <a:gd name="csX28" fmla="*/ 269957 w 376081"/>
              <a:gd name="csY28" fmla="*/ 98888 h 414874"/>
              <a:gd name="csX29" fmla="*/ 254946 w 376081"/>
              <a:gd name="csY29" fmla="*/ 66660 h 414874"/>
              <a:gd name="csX30" fmla="*/ 254886 w 376081"/>
              <a:gd name="csY30" fmla="*/ 65770 h 414874"/>
              <a:gd name="csX31" fmla="*/ 254886 w 376081"/>
              <a:gd name="csY31" fmla="*/ 12981 h 414874"/>
              <a:gd name="csX32" fmla="*/ 73135 w 376081"/>
              <a:gd name="csY32" fmla="*/ 12981 h 414874"/>
              <a:gd name="csX33" fmla="*/ 43650 w 376081"/>
              <a:gd name="csY33" fmla="*/ 42467 h 414874"/>
              <a:gd name="csX34" fmla="*/ 43650 w 376081"/>
              <a:gd name="csY34" fmla="*/ 210125 h 414874"/>
              <a:gd name="csX35" fmla="*/ 332028 w 376081"/>
              <a:gd name="csY35" fmla="*/ 377182 h 414874"/>
              <a:gd name="csX36" fmla="*/ 44047 w 376081"/>
              <a:gd name="csY36" fmla="*/ 377182 h 414874"/>
              <a:gd name="csX37" fmla="*/ 73135 w 376081"/>
              <a:gd name="csY37" fmla="*/ 401893 h 414874"/>
              <a:gd name="csX38" fmla="*/ 302945 w 376081"/>
              <a:gd name="csY38" fmla="*/ 401893 h 414874"/>
              <a:gd name="csX39" fmla="*/ 332028 w 376081"/>
              <a:gd name="csY39" fmla="*/ 377182 h 414874"/>
              <a:gd name="csX40" fmla="*/ 187896 w 376081"/>
              <a:gd name="csY40" fmla="*/ 107619 h 414874"/>
              <a:gd name="csX41" fmla="*/ 197221 w 376081"/>
              <a:gd name="csY41" fmla="*/ 101817 h 414874"/>
              <a:gd name="csX42" fmla="*/ 203023 w 376081"/>
              <a:gd name="csY42" fmla="*/ 111142 h 414874"/>
              <a:gd name="csX43" fmla="*/ 186186 w 376081"/>
              <a:gd name="csY43" fmla="*/ 183256 h 414874"/>
              <a:gd name="csX44" fmla="*/ 176862 w 376081"/>
              <a:gd name="csY44" fmla="*/ 189058 h 414874"/>
              <a:gd name="csX45" fmla="*/ 171060 w 376081"/>
              <a:gd name="csY45" fmla="*/ 179733 h 414874"/>
              <a:gd name="csX46" fmla="*/ 187896 w 376081"/>
              <a:gd name="csY46" fmla="*/ 107619 h 414874"/>
              <a:gd name="csX47" fmla="*/ 161539 w 376081"/>
              <a:gd name="csY47" fmla="*/ 165423 h 414874"/>
              <a:gd name="csX48" fmla="*/ 162268 w 376081"/>
              <a:gd name="csY48" fmla="*/ 176359 h 414874"/>
              <a:gd name="csX49" fmla="*/ 151331 w 376081"/>
              <a:gd name="csY49" fmla="*/ 177089 h 414874"/>
              <a:gd name="csX50" fmla="*/ 121866 w 376081"/>
              <a:gd name="csY50" fmla="*/ 151271 h 414874"/>
              <a:gd name="csX51" fmla="*/ 121136 w 376081"/>
              <a:gd name="csY51" fmla="*/ 140334 h 414874"/>
              <a:gd name="csX52" fmla="*/ 121892 w 376081"/>
              <a:gd name="csY52" fmla="*/ 139583 h 414874"/>
              <a:gd name="csX53" fmla="*/ 151331 w 376081"/>
              <a:gd name="csY53" fmla="*/ 113787 h 414874"/>
              <a:gd name="csX54" fmla="*/ 162268 w 376081"/>
              <a:gd name="csY54" fmla="*/ 114516 h 414874"/>
              <a:gd name="csX55" fmla="*/ 161539 w 376081"/>
              <a:gd name="csY55" fmla="*/ 125453 h 414874"/>
              <a:gd name="csX56" fmla="*/ 138731 w 376081"/>
              <a:gd name="csY56" fmla="*/ 145437 h 414874"/>
              <a:gd name="csX57" fmla="*/ 161539 w 376081"/>
              <a:gd name="csY57" fmla="*/ 165423 h 414874"/>
              <a:gd name="csX58" fmla="*/ 224751 w 376081"/>
              <a:gd name="csY58" fmla="*/ 177089 h 414874"/>
              <a:gd name="csX59" fmla="*/ 213815 w 376081"/>
              <a:gd name="csY59" fmla="*/ 176359 h 414874"/>
              <a:gd name="csX60" fmla="*/ 214544 w 376081"/>
              <a:gd name="csY60" fmla="*/ 165423 h 414874"/>
              <a:gd name="csX61" fmla="*/ 237352 w 376081"/>
              <a:gd name="csY61" fmla="*/ 145437 h 414874"/>
              <a:gd name="csX62" fmla="*/ 214544 w 376081"/>
              <a:gd name="csY62" fmla="*/ 125453 h 414874"/>
              <a:gd name="csX63" fmla="*/ 213815 w 376081"/>
              <a:gd name="csY63" fmla="*/ 114516 h 414874"/>
              <a:gd name="csX64" fmla="*/ 224751 w 376081"/>
              <a:gd name="csY64" fmla="*/ 113787 h 414874"/>
              <a:gd name="csX65" fmla="*/ 254188 w 376081"/>
              <a:gd name="csY65" fmla="*/ 139583 h 414874"/>
              <a:gd name="csX66" fmla="*/ 254944 w 376081"/>
              <a:gd name="csY66" fmla="*/ 140334 h 414874"/>
              <a:gd name="csX67" fmla="*/ 254215 w 376081"/>
              <a:gd name="csY67" fmla="*/ 151271 h 414874"/>
              <a:gd name="csX68" fmla="*/ 224751 w 376081"/>
              <a:gd name="csY68" fmla="*/ 177089 h 414874"/>
              <a:gd name="csX69" fmla="*/ 267850 w 376081"/>
              <a:gd name="csY69" fmla="*/ 24536 h 414874"/>
              <a:gd name="csX70" fmla="*/ 267850 w 376081"/>
              <a:gd name="csY70" fmla="*/ 65741 h 414874"/>
              <a:gd name="csX71" fmla="*/ 278362 w 376081"/>
              <a:gd name="csY71" fmla="*/ 89064 h 414874"/>
              <a:gd name="csX72" fmla="*/ 306317 w 376081"/>
              <a:gd name="csY72" fmla="*/ 97717 h 414874"/>
              <a:gd name="csX73" fmla="*/ 306317 w 376081"/>
              <a:gd name="csY73" fmla="*/ 97693 h 414874"/>
              <a:gd name="csX74" fmla="*/ 332431 w 376081"/>
              <a:gd name="csY74" fmla="*/ 97693 h 414874"/>
              <a:gd name="csX75" fmla="*/ 332431 w 376081"/>
              <a:gd name="csY75" fmla="*/ 94409 h 414874"/>
              <a:gd name="csX76" fmla="*/ 267850 w 376081"/>
              <a:gd name="csY76" fmla="*/ 24536 h 414874"/>
              <a:gd name="csX77" fmla="*/ 162576 w 376081"/>
              <a:gd name="csY77" fmla="*/ 311437 h 414874"/>
              <a:gd name="csX78" fmla="*/ 148259 w 376081"/>
              <a:gd name="csY78" fmla="*/ 311437 h 414874"/>
              <a:gd name="csX79" fmla="*/ 148259 w 376081"/>
              <a:gd name="csY79" fmla="*/ 328066 h 414874"/>
              <a:gd name="csX80" fmla="*/ 126234 w 376081"/>
              <a:gd name="csY80" fmla="*/ 328066 h 414874"/>
              <a:gd name="csX81" fmla="*/ 126234 w 376081"/>
              <a:gd name="csY81" fmla="*/ 259240 h 414874"/>
              <a:gd name="csX82" fmla="*/ 160924 w 376081"/>
              <a:gd name="csY82" fmla="*/ 259240 h 414874"/>
              <a:gd name="csX83" fmla="*/ 184601 w 376081"/>
              <a:gd name="csY83" fmla="*/ 284678 h 414874"/>
              <a:gd name="csX84" fmla="*/ 178433 w 376081"/>
              <a:gd name="csY84" fmla="*/ 305381 h 414874"/>
              <a:gd name="csX85" fmla="*/ 172046 w 376081"/>
              <a:gd name="csY85" fmla="*/ 309675 h 414874"/>
              <a:gd name="csX86" fmla="*/ 162576 w 376081"/>
              <a:gd name="csY86" fmla="*/ 311437 h 414874"/>
              <a:gd name="csX87" fmla="*/ 148259 w 376081"/>
              <a:gd name="csY87" fmla="*/ 276859 h 414874"/>
              <a:gd name="csX88" fmla="*/ 148259 w 376081"/>
              <a:gd name="csY88" fmla="*/ 293818 h 414874"/>
              <a:gd name="csX89" fmla="*/ 153325 w 376081"/>
              <a:gd name="csY89" fmla="*/ 293818 h 414874"/>
              <a:gd name="csX90" fmla="*/ 159107 w 376081"/>
              <a:gd name="csY90" fmla="*/ 292993 h 414874"/>
              <a:gd name="csX91" fmla="*/ 160924 w 376081"/>
              <a:gd name="csY91" fmla="*/ 289193 h 414874"/>
              <a:gd name="csX92" fmla="*/ 160924 w 376081"/>
              <a:gd name="csY92" fmla="*/ 281483 h 414874"/>
              <a:gd name="csX93" fmla="*/ 159107 w 376081"/>
              <a:gd name="csY93" fmla="*/ 277686 h 414874"/>
              <a:gd name="csX94" fmla="*/ 153325 w 376081"/>
              <a:gd name="csY94" fmla="*/ 276859 h 414874"/>
              <a:gd name="csX95" fmla="*/ 148259 w 376081"/>
              <a:gd name="csY95" fmla="*/ 276859 h 414874"/>
              <a:gd name="csX96" fmla="*/ 212517 w 376081"/>
              <a:gd name="csY96" fmla="*/ 259240 h 414874"/>
              <a:gd name="csX97" fmla="*/ 218573 w 376081"/>
              <a:gd name="csY97" fmla="*/ 283465 h 414874"/>
              <a:gd name="csX98" fmla="*/ 219344 w 376081"/>
              <a:gd name="csY98" fmla="*/ 283465 h 414874"/>
              <a:gd name="csX99" fmla="*/ 225512 w 376081"/>
              <a:gd name="csY99" fmla="*/ 259240 h 414874"/>
              <a:gd name="csX100" fmla="*/ 249847 w 376081"/>
              <a:gd name="csY100" fmla="*/ 259240 h 414874"/>
              <a:gd name="csX101" fmla="*/ 230025 w 376081"/>
              <a:gd name="csY101" fmla="*/ 309346 h 414874"/>
              <a:gd name="csX102" fmla="*/ 230025 w 376081"/>
              <a:gd name="csY102" fmla="*/ 328066 h 414874"/>
              <a:gd name="csX103" fmla="*/ 208002 w 376081"/>
              <a:gd name="csY103" fmla="*/ 328066 h 414874"/>
              <a:gd name="csX104" fmla="*/ 208002 w 376081"/>
              <a:gd name="csY104" fmla="*/ 309346 h 414874"/>
              <a:gd name="csX105" fmla="*/ 188180 w 376081"/>
              <a:gd name="csY105" fmla="*/ 259240 h 414874"/>
              <a:gd name="csX106" fmla="*/ 212517 w 376081"/>
              <a:gd name="csY106" fmla="*/ 259240 h 4148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</a:cxnLst>
            <a:rect l="l" t="t" r="r" b="b"/>
            <a:pathLst>
              <a:path w="376081" h="414874">
                <a:moveTo>
                  <a:pt x="17121" y="210125"/>
                </a:moveTo>
                <a:lnTo>
                  <a:pt x="30668" y="210125"/>
                </a:lnTo>
                <a:lnTo>
                  <a:pt x="30668" y="42467"/>
                </a:lnTo>
                <a:cubicBezTo>
                  <a:pt x="30668" y="19129"/>
                  <a:pt x="49797" y="0"/>
                  <a:pt x="73135" y="0"/>
                </a:cubicBezTo>
                <a:lnTo>
                  <a:pt x="259964" y="0"/>
                </a:lnTo>
                <a:cubicBezTo>
                  <a:pt x="261999" y="-1"/>
                  <a:pt x="263917" y="954"/>
                  <a:pt x="265143" y="2580"/>
                </a:cubicBezTo>
                <a:lnTo>
                  <a:pt x="343663" y="87530"/>
                </a:lnTo>
                <a:cubicBezTo>
                  <a:pt x="344769" y="88722"/>
                  <a:pt x="345382" y="90289"/>
                  <a:pt x="345379" y="91915"/>
                </a:cubicBezTo>
                <a:lnTo>
                  <a:pt x="345413" y="91915"/>
                </a:lnTo>
                <a:lnTo>
                  <a:pt x="345413" y="210125"/>
                </a:lnTo>
                <a:lnTo>
                  <a:pt x="358960" y="210125"/>
                </a:lnTo>
                <a:cubicBezTo>
                  <a:pt x="368376" y="210125"/>
                  <a:pt x="376081" y="217845"/>
                  <a:pt x="376081" y="227246"/>
                </a:cubicBezTo>
                <a:lnTo>
                  <a:pt x="376081" y="360060"/>
                </a:lnTo>
                <a:cubicBezTo>
                  <a:pt x="376081" y="369462"/>
                  <a:pt x="368360" y="377182"/>
                  <a:pt x="358960" y="377182"/>
                </a:cubicBezTo>
                <a:lnTo>
                  <a:pt x="345134" y="377182"/>
                </a:lnTo>
                <a:cubicBezTo>
                  <a:pt x="342701" y="398156"/>
                  <a:pt x="324487" y="414875"/>
                  <a:pt x="302945" y="414875"/>
                </a:cubicBezTo>
                <a:lnTo>
                  <a:pt x="73135" y="414875"/>
                </a:lnTo>
                <a:cubicBezTo>
                  <a:pt x="51478" y="414875"/>
                  <a:pt x="33353" y="398238"/>
                  <a:pt x="30943" y="377182"/>
                </a:cubicBezTo>
                <a:lnTo>
                  <a:pt x="17121" y="377182"/>
                </a:lnTo>
                <a:cubicBezTo>
                  <a:pt x="7721" y="377182"/>
                  <a:pt x="0" y="369478"/>
                  <a:pt x="0" y="360060"/>
                </a:cubicBezTo>
                <a:lnTo>
                  <a:pt x="0" y="227246"/>
                </a:lnTo>
                <a:cubicBezTo>
                  <a:pt x="0" y="217829"/>
                  <a:pt x="7705" y="210125"/>
                  <a:pt x="17121" y="210125"/>
                </a:cubicBezTo>
                <a:close/>
                <a:moveTo>
                  <a:pt x="43650" y="210125"/>
                </a:moveTo>
                <a:lnTo>
                  <a:pt x="332431" y="210125"/>
                </a:lnTo>
                <a:lnTo>
                  <a:pt x="332431" y="110656"/>
                </a:lnTo>
                <a:lnTo>
                  <a:pt x="306317" y="110656"/>
                </a:lnTo>
                <a:lnTo>
                  <a:pt x="306317" y="110629"/>
                </a:lnTo>
                <a:lnTo>
                  <a:pt x="306217" y="110629"/>
                </a:lnTo>
                <a:cubicBezTo>
                  <a:pt x="290727" y="110385"/>
                  <a:pt x="278604" y="106275"/>
                  <a:pt x="269957" y="98888"/>
                </a:cubicBezTo>
                <a:cubicBezTo>
                  <a:pt x="260982" y="91222"/>
                  <a:pt x="255950" y="80271"/>
                  <a:pt x="254946" y="66660"/>
                </a:cubicBezTo>
                <a:lnTo>
                  <a:pt x="254886" y="65770"/>
                </a:lnTo>
                <a:lnTo>
                  <a:pt x="254886" y="12981"/>
                </a:lnTo>
                <a:lnTo>
                  <a:pt x="73135" y="12981"/>
                </a:lnTo>
                <a:cubicBezTo>
                  <a:pt x="56898" y="12981"/>
                  <a:pt x="43650" y="26230"/>
                  <a:pt x="43650" y="42467"/>
                </a:cubicBezTo>
                <a:lnTo>
                  <a:pt x="43650" y="210125"/>
                </a:lnTo>
                <a:close/>
                <a:moveTo>
                  <a:pt x="332028" y="377182"/>
                </a:moveTo>
                <a:lnTo>
                  <a:pt x="44047" y="377182"/>
                </a:lnTo>
                <a:cubicBezTo>
                  <a:pt x="46367" y="391088"/>
                  <a:pt x="58621" y="401893"/>
                  <a:pt x="73135" y="401893"/>
                </a:cubicBezTo>
                <a:lnTo>
                  <a:pt x="302945" y="401893"/>
                </a:lnTo>
                <a:cubicBezTo>
                  <a:pt x="317375" y="401893"/>
                  <a:pt x="329687" y="391037"/>
                  <a:pt x="332028" y="377182"/>
                </a:cubicBezTo>
                <a:close/>
                <a:moveTo>
                  <a:pt x="187896" y="107619"/>
                </a:moveTo>
                <a:cubicBezTo>
                  <a:pt x="188869" y="103443"/>
                  <a:pt x="193045" y="100846"/>
                  <a:pt x="197221" y="101817"/>
                </a:cubicBezTo>
                <a:cubicBezTo>
                  <a:pt x="201398" y="102790"/>
                  <a:pt x="203995" y="106966"/>
                  <a:pt x="203023" y="111142"/>
                </a:cubicBezTo>
                <a:lnTo>
                  <a:pt x="186186" y="183256"/>
                </a:lnTo>
                <a:cubicBezTo>
                  <a:pt x="185214" y="187433"/>
                  <a:pt x="181038" y="190030"/>
                  <a:pt x="176862" y="189058"/>
                </a:cubicBezTo>
                <a:cubicBezTo>
                  <a:pt x="172685" y="188086"/>
                  <a:pt x="170088" y="183909"/>
                  <a:pt x="171060" y="179733"/>
                </a:cubicBezTo>
                <a:lnTo>
                  <a:pt x="187896" y="107619"/>
                </a:lnTo>
                <a:close/>
                <a:moveTo>
                  <a:pt x="161539" y="165423"/>
                </a:moveTo>
                <a:cubicBezTo>
                  <a:pt x="164758" y="168241"/>
                  <a:pt x="165087" y="173140"/>
                  <a:pt x="162268" y="176359"/>
                </a:cubicBezTo>
                <a:cubicBezTo>
                  <a:pt x="159449" y="179580"/>
                  <a:pt x="154551" y="179907"/>
                  <a:pt x="151331" y="177089"/>
                </a:cubicBezTo>
                <a:lnTo>
                  <a:pt x="121866" y="151271"/>
                </a:lnTo>
                <a:cubicBezTo>
                  <a:pt x="118646" y="148452"/>
                  <a:pt x="118318" y="143554"/>
                  <a:pt x="121136" y="140334"/>
                </a:cubicBezTo>
                <a:cubicBezTo>
                  <a:pt x="121375" y="140062"/>
                  <a:pt x="121627" y="139812"/>
                  <a:pt x="121892" y="139583"/>
                </a:cubicBezTo>
                <a:lnTo>
                  <a:pt x="151331" y="113787"/>
                </a:lnTo>
                <a:cubicBezTo>
                  <a:pt x="154551" y="110968"/>
                  <a:pt x="159449" y="111296"/>
                  <a:pt x="162268" y="114516"/>
                </a:cubicBezTo>
                <a:cubicBezTo>
                  <a:pt x="165087" y="117736"/>
                  <a:pt x="164758" y="122634"/>
                  <a:pt x="161539" y="125453"/>
                </a:cubicBezTo>
                <a:lnTo>
                  <a:pt x="138731" y="145437"/>
                </a:lnTo>
                <a:lnTo>
                  <a:pt x="161539" y="165423"/>
                </a:lnTo>
                <a:close/>
                <a:moveTo>
                  <a:pt x="224751" y="177089"/>
                </a:moveTo>
                <a:cubicBezTo>
                  <a:pt x="221532" y="179907"/>
                  <a:pt x="216633" y="179580"/>
                  <a:pt x="213815" y="176359"/>
                </a:cubicBezTo>
                <a:cubicBezTo>
                  <a:pt x="210996" y="173140"/>
                  <a:pt x="211324" y="168241"/>
                  <a:pt x="214544" y="165423"/>
                </a:cubicBezTo>
                <a:lnTo>
                  <a:pt x="237352" y="145437"/>
                </a:lnTo>
                <a:lnTo>
                  <a:pt x="214544" y="125453"/>
                </a:lnTo>
                <a:cubicBezTo>
                  <a:pt x="211324" y="122634"/>
                  <a:pt x="210996" y="117736"/>
                  <a:pt x="213815" y="114516"/>
                </a:cubicBezTo>
                <a:cubicBezTo>
                  <a:pt x="216633" y="111296"/>
                  <a:pt x="221532" y="110968"/>
                  <a:pt x="224751" y="113787"/>
                </a:cubicBezTo>
                <a:lnTo>
                  <a:pt x="254188" y="139583"/>
                </a:lnTo>
                <a:cubicBezTo>
                  <a:pt x="254454" y="139812"/>
                  <a:pt x="254706" y="140062"/>
                  <a:pt x="254944" y="140334"/>
                </a:cubicBezTo>
                <a:cubicBezTo>
                  <a:pt x="257762" y="143554"/>
                  <a:pt x="257435" y="148452"/>
                  <a:pt x="254215" y="151271"/>
                </a:cubicBezTo>
                <a:lnTo>
                  <a:pt x="224751" y="177089"/>
                </a:lnTo>
                <a:close/>
                <a:moveTo>
                  <a:pt x="267850" y="24536"/>
                </a:moveTo>
                <a:lnTo>
                  <a:pt x="267850" y="65741"/>
                </a:lnTo>
                <a:cubicBezTo>
                  <a:pt x="268590" y="75801"/>
                  <a:pt x="272117" y="83728"/>
                  <a:pt x="278362" y="89064"/>
                </a:cubicBezTo>
                <a:cubicBezTo>
                  <a:pt x="284702" y="94480"/>
                  <a:pt x="294038" y="97508"/>
                  <a:pt x="306317" y="97717"/>
                </a:cubicBezTo>
                <a:lnTo>
                  <a:pt x="306317" y="97693"/>
                </a:lnTo>
                <a:lnTo>
                  <a:pt x="332431" y="97693"/>
                </a:lnTo>
                <a:lnTo>
                  <a:pt x="332431" y="94409"/>
                </a:lnTo>
                <a:lnTo>
                  <a:pt x="267850" y="24536"/>
                </a:lnTo>
                <a:close/>
                <a:moveTo>
                  <a:pt x="162576" y="311437"/>
                </a:moveTo>
                <a:lnTo>
                  <a:pt x="148259" y="311437"/>
                </a:lnTo>
                <a:lnTo>
                  <a:pt x="148259" y="328066"/>
                </a:lnTo>
                <a:lnTo>
                  <a:pt x="126234" y="328066"/>
                </a:lnTo>
                <a:lnTo>
                  <a:pt x="126234" y="259240"/>
                </a:lnTo>
                <a:lnTo>
                  <a:pt x="160924" y="259240"/>
                </a:lnTo>
                <a:cubicBezTo>
                  <a:pt x="176708" y="259240"/>
                  <a:pt x="184601" y="267719"/>
                  <a:pt x="184601" y="284678"/>
                </a:cubicBezTo>
                <a:cubicBezTo>
                  <a:pt x="184601" y="294001"/>
                  <a:pt x="182545" y="300901"/>
                  <a:pt x="178433" y="305381"/>
                </a:cubicBezTo>
                <a:cubicBezTo>
                  <a:pt x="176891" y="307069"/>
                  <a:pt x="174763" y="308501"/>
                  <a:pt x="172046" y="309675"/>
                </a:cubicBezTo>
                <a:cubicBezTo>
                  <a:pt x="169330" y="310850"/>
                  <a:pt x="166173" y="311437"/>
                  <a:pt x="162576" y="311437"/>
                </a:cubicBezTo>
                <a:close/>
                <a:moveTo>
                  <a:pt x="148259" y="276859"/>
                </a:moveTo>
                <a:lnTo>
                  <a:pt x="148259" y="293818"/>
                </a:lnTo>
                <a:lnTo>
                  <a:pt x="153325" y="293818"/>
                </a:lnTo>
                <a:cubicBezTo>
                  <a:pt x="155967" y="293818"/>
                  <a:pt x="157896" y="293543"/>
                  <a:pt x="159107" y="292993"/>
                </a:cubicBezTo>
                <a:cubicBezTo>
                  <a:pt x="160317" y="292442"/>
                  <a:pt x="160924" y="291176"/>
                  <a:pt x="160924" y="289193"/>
                </a:cubicBezTo>
                <a:lnTo>
                  <a:pt x="160924" y="281483"/>
                </a:lnTo>
                <a:cubicBezTo>
                  <a:pt x="160924" y="279501"/>
                  <a:pt x="160317" y="278234"/>
                  <a:pt x="159107" y="277686"/>
                </a:cubicBezTo>
                <a:cubicBezTo>
                  <a:pt x="157896" y="277135"/>
                  <a:pt x="155967" y="276859"/>
                  <a:pt x="153325" y="276859"/>
                </a:cubicBezTo>
                <a:lnTo>
                  <a:pt x="148259" y="276859"/>
                </a:lnTo>
                <a:close/>
                <a:moveTo>
                  <a:pt x="212517" y="259240"/>
                </a:moveTo>
                <a:lnTo>
                  <a:pt x="218573" y="283465"/>
                </a:lnTo>
                <a:lnTo>
                  <a:pt x="219344" y="283465"/>
                </a:lnTo>
                <a:lnTo>
                  <a:pt x="225512" y="259240"/>
                </a:lnTo>
                <a:lnTo>
                  <a:pt x="249847" y="259240"/>
                </a:lnTo>
                <a:lnTo>
                  <a:pt x="230025" y="309346"/>
                </a:lnTo>
                <a:lnTo>
                  <a:pt x="230025" y="328066"/>
                </a:lnTo>
                <a:lnTo>
                  <a:pt x="208002" y="328066"/>
                </a:lnTo>
                <a:lnTo>
                  <a:pt x="208002" y="309346"/>
                </a:lnTo>
                <a:lnTo>
                  <a:pt x="188180" y="259240"/>
                </a:lnTo>
                <a:lnTo>
                  <a:pt x="212517" y="259240"/>
                </a:lnTo>
                <a:close/>
              </a:path>
            </a:pathLst>
          </a:custGeom>
          <a:solidFill>
            <a:srgbClr val="3F7EB1"/>
          </a:solidFill>
          <a:ln w="801" cap="flat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pic>
        <p:nvPicPr>
          <p:cNvPr id="113" name="Graphic 112">
            <a:extLst>
              <a:ext uri="{FF2B5EF4-FFF2-40B4-BE49-F238E27FC236}">
                <a16:creationId xmlns:a16="http://schemas.microsoft.com/office/drawing/2014/main" id="{19C76DB9-8FA6-C10F-AE2C-0290FB5E7C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79992" y="4388276"/>
            <a:ext cx="335479" cy="33823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F4056206-C547-CD56-91AD-5C18F5F580F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2362" y="0"/>
            <a:ext cx="659638" cy="6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20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49F91-3BEA-88DD-40C0-14EBC796A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D2D0D7-AF3E-3A01-4B7D-9AF3ACCA20A7}"/>
              </a:ext>
            </a:extLst>
          </p:cNvPr>
          <p:cNvSpPr/>
          <p:nvPr/>
        </p:nvSpPr>
        <p:spPr>
          <a:xfrm>
            <a:off x="4976603" y="2702155"/>
            <a:ext cx="1660896" cy="34123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7201DD2-7690-3C8A-8501-B6D39EC45203}"/>
              </a:ext>
            </a:extLst>
          </p:cNvPr>
          <p:cNvSpPr/>
          <p:nvPr/>
        </p:nvSpPr>
        <p:spPr>
          <a:xfrm>
            <a:off x="9116292" y="1496291"/>
            <a:ext cx="2530763" cy="46181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0E6F227-84DF-BDE3-2ADE-F4FD9F4AC1AE}"/>
              </a:ext>
            </a:extLst>
          </p:cNvPr>
          <p:cNvSpPr/>
          <p:nvPr/>
        </p:nvSpPr>
        <p:spPr>
          <a:xfrm>
            <a:off x="757382" y="1496291"/>
            <a:ext cx="2017520" cy="46181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3E0B771-8EDF-C1BD-77F9-67D770AB320F}"/>
              </a:ext>
            </a:extLst>
          </p:cNvPr>
          <p:cNvCxnSpPr>
            <a:cxnSpLocks/>
          </p:cNvCxnSpPr>
          <p:nvPr/>
        </p:nvCxnSpPr>
        <p:spPr>
          <a:xfrm flipH="1">
            <a:off x="2379390" y="2465473"/>
            <a:ext cx="7485178" cy="32733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Laptop with solid fill">
            <a:extLst>
              <a:ext uri="{FF2B5EF4-FFF2-40B4-BE49-F238E27FC236}">
                <a16:creationId xmlns:a16="http://schemas.microsoft.com/office/drawing/2014/main" id="{7184BAC1-EFAA-4835-BEDA-8388DACF1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8428" y="3637822"/>
            <a:ext cx="1062854" cy="1062854"/>
          </a:xfrm>
          <a:prstGeom prst="rect">
            <a:avLst/>
          </a:prstGeom>
        </p:spPr>
      </p:pic>
      <p:pic>
        <p:nvPicPr>
          <p:cNvPr id="15" name="Graphic 14" descr="Smart Phone with solid fill">
            <a:extLst>
              <a:ext uri="{FF2B5EF4-FFF2-40B4-BE49-F238E27FC236}">
                <a16:creationId xmlns:a16="http://schemas.microsoft.com/office/drawing/2014/main" id="{2D8BB283-0279-C5D1-8054-914E9EABD4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605" y="4616544"/>
            <a:ext cx="914400" cy="914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292C318-9596-3BF8-BB17-4F8504189ECF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30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noProof="1">
                <a:latin typeface="Roboto" panose="02000000000000000000" pitchFamily="2" charset="0"/>
                <a:ea typeface="Roboto" panose="02000000000000000000" pitchFamily="2" charset="0"/>
              </a:rPr>
              <a:t>Setup 2 – Host di PC Kaunter Farmasi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62AE8156-64EF-374E-6E55-CDEFCF06FA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61809" y="1999478"/>
            <a:ext cx="1379124" cy="931987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D86C6A8F-7374-7ADE-8C8B-E975E2F9B80C}"/>
              </a:ext>
            </a:extLst>
          </p:cNvPr>
          <p:cNvGrpSpPr/>
          <p:nvPr/>
        </p:nvGrpSpPr>
        <p:grpSpPr>
          <a:xfrm>
            <a:off x="1158428" y="1618921"/>
            <a:ext cx="1088218" cy="1329885"/>
            <a:chOff x="1427724" y="1618921"/>
            <a:chExt cx="1088218" cy="1329885"/>
          </a:xfrm>
        </p:grpSpPr>
        <p:pic>
          <p:nvPicPr>
            <p:cNvPr id="7" name="Graphic 6" descr="Computer with solid fill">
              <a:extLst>
                <a:ext uri="{FF2B5EF4-FFF2-40B4-BE49-F238E27FC236}">
                  <a16:creationId xmlns:a16="http://schemas.microsoft.com/office/drawing/2014/main" id="{FDBC606F-1025-707A-8ADE-D3A710C6C5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27724" y="1618921"/>
              <a:ext cx="1088218" cy="1088218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02F99539-85C3-E910-B465-EDBCD98BE3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27724" y="2465472"/>
              <a:ext cx="1066667" cy="483334"/>
            </a:xfrm>
            <a:prstGeom prst="rect">
              <a:avLst/>
            </a:prstGeom>
          </p:spPr>
        </p:pic>
      </p:grp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C8507BF9-71AA-6F20-16F1-EE6104CABD80}"/>
              </a:ext>
            </a:extLst>
          </p:cNvPr>
          <p:cNvCxnSpPr>
            <a:cxnSpLocks/>
          </p:cNvCxnSpPr>
          <p:nvPr/>
        </p:nvCxnSpPr>
        <p:spPr>
          <a:xfrm>
            <a:off x="2379390" y="2726106"/>
            <a:ext cx="2992710" cy="702894"/>
          </a:xfrm>
          <a:prstGeom prst="bentConnector3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579D6A0-4FAB-18AE-B044-EF881E8CCCB1}"/>
              </a:ext>
            </a:extLst>
          </p:cNvPr>
          <p:cNvCxnSpPr>
            <a:cxnSpLocks/>
          </p:cNvCxnSpPr>
          <p:nvPr/>
        </p:nvCxnSpPr>
        <p:spPr>
          <a:xfrm flipV="1">
            <a:off x="4474369" y="3893583"/>
            <a:ext cx="1014412" cy="66879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Social network with solid fill">
            <a:extLst>
              <a:ext uri="{FF2B5EF4-FFF2-40B4-BE49-F238E27FC236}">
                <a16:creationId xmlns:a16="http://schemas.microsoft.com/office/drawing/2014/main" id="{814EB25B-0EC4-E0F9-CBE6-86900B48A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71412" y="2930055"/>
            <a:ext cx="1167744" cy="1167744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D1751190-8743-830D-5C8E-3FCCE7D78C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6368" y="4216496"/>
            <a:ext cx="769185" cy="644114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82854348-431F-3618-66B9-A795B29426D4}"/>
              </a:ext>
            </a:extLst>
          </p:cNvPr>
          <p:cNvSpPr txBox="1"/>
          <p:nvPr/>
        </p:nvSpPr>
        <p:spPr>
          <a:xfrm>
            <a:off x="2770612" y="2112507"/>
            <a:ext cx="778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1">
                <a:solidFill>
                  <a:schemeClr val="accent1"/>
                </a:solidFill>
              </a:rPr>
              <a:t>HDMI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18E5007-3D0F-E963-4D1B-81721DBD6DC4}"/>
              </a:ext>
            </a:extLst>
          </p:cNvPr>
          <p:cNvSpPr txBox="1"/>
          <p:nvPr/>
        </p:nvSpPr>
        <p:spPr>
          <a:xfrm>
            <a:off x="2821463" y="2745389"/>
            <a:ext cx="702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1">
                <a:solidFill>
                  <a:srgbClr val="C00000"/>
                </a:solidFill>
              </a:rPr>
              <a:t>LAN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547D9CD-7D79-2AFA-5D87-1DC45640AD23}"/>
              </a:ext>
            </a:extLst>
          </p:cNvPr>
          <p:cNvGrpSpPr/>
          <p:nvPr/>
        </p:nvGrpSpPr>
        <p:grpSpPr>
          <a:xfrm>
            <a:off x="2653072" y="4139902"/>
            <a:ext cx="624064" cy="525373"/>
            <a:chOff x="7198179" y="4875182"/>
            <a:chExt cx="624064" cy="525373"/>
          </a:xfrm>
        </p:grpSpPr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11143367-2877-5B28-6BC8-4F6E683ED0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325907" y="4875182"/>
              <a:ext cx="368609" cy="284698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2F5CDE7-A03F-4F9D-23CD-1833FD3583CD}"/>
                </a:ext>
              </a:extLst>
            </p:cNvPr>
            <p:cNvSpPr txBox="1"/>
            <p:nvPr/>
          </p:nvSpPr>
          <p:spPr>
            <a:xfrm>
              <a:off x="7198179" y="5123556"/>
              <a:ext cx="624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noProof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WIFI</a:t>
              </a:r>
              <a:endParaRPr lang="en-US" b="1" noProof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72C96C38-7C54-7CAE-56C4-86AE9338C40B}"/>
              </a:ext>
            </a:extLst>
          </p:cNvPr>
          <p:cNvSpPr txBox="1"/>
          <p:nvPr/>
        </p:nvSpPr>
        <p:spPr>
          <a:xfrm>
            <a:off x="854072" y="6114473"/>
            <a:ext cx="179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1"/>
              <a:t>Kaunter Farmasi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0E63889-A4F0-6010-F063-08F5B0E4F288}"/>
              </a:ext>
            </a:extLst>
          </p:cNvPr>
          <p:cNvSpPr txBox="1"/>
          <p:nvPr/>
        </p:nvSpPr>
        <p:spPr>
          <a:xfrm>
            <a:off x="9377996" y="6081740"/>
            <a:ext cx="1946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1"/>
              <a:t>Ruang Menunggu</a:t>
            </a:r>
          </a:p>
        </p:txBody>
      </p:sp>
      <p:pic>
        <p:nvPicPr>
          <p:cNvPr id="95" name="Graphic 94">
            <a:extLst>
              <a:ext uri="{FF2B5EF4-FFF2-40B4-BE49-F238E27FC236}">
                <a16:creationId xmlns:a16="http://schemas.microsoft.com/office/drawing/2014/main" id="{2A24057A-73E5-FC57-E7E5-2335F4E258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95885" y="4187571"/>
            <a:ext cx="1171575" cy="981075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0639A38D-8652-BBB3-C83C-C5D6A6513A30}"/>
              </a:ext>
            </a:extLst>
          </p:cNvPr>
          <p:cNvSpPr txBox="1"/>
          <p:nvPr/>
        </p:nvSpPr>
        <p:spPr>
          <a:xfrm>
            <a:off x="9864568" y="5200135"/>
            <a:ext cx="973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1">
                <a:solidFill>
                  <a:schemeClr val="accent6">
                    <a:lumMod val="50000"/>
                  </a:schemeClr>
                </a:solidFill>
              </a:rPr>
              <a:t>Pesakit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F5241C9-601D-71DE-187F-F56864D8C508}"/>
              </a:ext>
            </a:extLst>
          </p:cNvPr>
          <p:cNvCxnSpPr>
            <a:cxnSpLocks/>
          </p:cNvCxnSpPr>
          <p:nvPr/>
        </p:nvCxnSpPr>
        <p:spPr>
          <a:xfrm>
            <a:off x="2303994" y="4700676"/>
            <a:ext cx="1322220" cy="0"/>
          </a:xfrm>
          <a:prstGeom prst="line">
            <a:avLst/>
          </a:prstGeom>
          <a:ln w="762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5D217870-61BD-DF8E-84C2-44E4AB12744D}"/>
              </a:ext>
            </a:extLst>
          </p:cNvPr>
          <p:cNvSpPr txBox="1"/>
          <p:nvPr/>
        </p:nvSpPr>
        <p:spPr>
          <a:xfrm>
            <a:off x="5192792" y="2784720"/>
            <a:ext cx="1324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/>
              <a:t>Intranet Network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B94A7B-3BF4-EA9B-FA98-C8B76ADD6443}"/>
              </a:ext>
            </a:extLst>
          </p:cNvPr>
          <p:cNvSpPr txBox="1"/>
          <p:nvPr/>
        </p:nvSpPr>
        <p:spPr>
          <a:xfrm>
            <a:off x="3659005" y="4864792"/>
            <a:ext cx="10658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/>
              <a:t>Access Point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20ADDA1-D857-299C-EA55-E28A3200F369}"/>
              </a:ext>
            </a:extLst>
          </p:cNvPr>
          <p:cNvSpPr txBox="1"/>
          <p:nvPr/>
        </p:nvSpPr>
        <p:spPr>
          <a:xfrm>
            <a:off x="10156634" y="2930055"/>
            <a:ext cx="3894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/>
              <a:t>TV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DA61331-10F4-538C-5D0D-25C2913BF13F}"/>
              </a:ext>
            </a:extLst>
          </p:cNvPr>
          <p:cNvSpPr txBox="1"/>
          <p:nvPr/>
        </p:nvSpPr>
        <p:spPr>
          <a:xfrm>
            <a:off x="1271674" y="2985267"/>
            <a:ext cx="7502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/>
              <a:t>Desktop*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EF0F546-A2B7-F71C-75F0-E5AD31243A6A}"/>
              </a:ext>
            </a:extLst>
          </p:cNvPr>
          <p:cNvSpPr txBox="1"/>
          <p:nvPr/>
        </p:nvSpPr>
        <p:spPr>
          <a:xfrm>
            <a:off x="1331676" y="5556114"/>
            <a:ext cx="690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noProof="1"/>
              <a:t>Mobile</a:t>
            </a:r>
          </a:p>
        </p:txBody>
      </p:sp>
      <p:sp>
        <p:nvSpPr>
          <p:cNvPr id="4" name="Graphic 110">
            <a:extLst>
              <a:ext uri="{FF2B5EF4-FFF2-40B4-BE49-F238E27FC236}">
                <a16:creationId xmlns:a16="http://schemas.microsoft.com/office/drawing/2014/main" id="{B1AF75DA-558A-4570-CEF0-13AF01654A7F}"/>
              </a:ext>
            </a:extLst>
          </p:cNvPr>
          <p:cNvSpPr/>
          <p:nvPr/>
        </p:nvSpPr>
        <p:spPr>
          <a:xfrm>
            <a:off x="2303994" y="1846649"/>
            <a:ext cx="376081" cy="414874"/>
          </a:xfrm>
          <a:custGeom>
            <a:avLst/>
            <a:gdLst>
              <a:gd name="csX0" fmla="*/ 17121 w 376081"/>
              <a:gd name="csY0" fmla="*/ 210125 h 414874"/>
              <a:gd name="csX1" fmla="*/ 30668 w 376081"/>
              <a:gd name="csY1" fmla="*/ 210125 h 414874"/>
              <a:gd name="csX2" fmla="*/ 30668 w 376081"/>
              <a:gd name="csY2" fmla="*/ 42467 h 414874"/>
              <a:gd name="csX3" fmla="*/ 73135 w 376081"/>
              <a:gd name="csY3" fmla="*/ 0 h 414874"/>
              <a:gd name="csX4" fmla="*/ 259964 w 376081"/>
              <a:gd name="csY4" fmla="*/ 0 h 414874"/>
              <a:gd name="csX5" fmla="*/ 265143 w 376081"/>
              <a:gd name="csY5" fmla="*/ 2580 h 414874"/>
              <a:gd name="csX6" fmla="*/ 343663 w 376081"/>
              <a:gd name="csY6" fmla="*/ 87530 h 414874"/>
              <a:gd name="csX7" fmla="*/ 345379 w 376081"/>
              <a:gd name="csY7" fmla="*/ 91915 h 414874"/>
              <a:gd name="csX8" fmla="*/ 345413 w 376081"/>
              <a:gd name="csY8" fmla="*/ 91915 h 414874"/>
              <a:gd name="csX9" fmla="*/ 345413 w 376081"/>
              <a:gd name="csY9" fmla="*/ 210125 h 414874"/>
              <a:gd name="csX10" fmla="*/ 358960 w 376081"/>
              <a:gd name="csY10" fmla="*/ 210125 h 414874"/>
              <a:gd name="csX11" fmla="*/ 376081 w 376081"/>
              <a:gd name="csY11" fmla="*/ 227246 h 414874"/>
              <a:gd name="csX12" fmla="*/ 376081 w 376081"/>
              <a:gd name="csY12" fmla="*/ 360060 h 414874"/>
              <a:gd name="csX13" fmla="*/ 358960 w 376081"/>
              <a:gd name="csY13" fmla="*/ 377182 h 414874"/>
              <a:gd name="csX14" fmla="*/ 345134 w 376081"/>
              <a:gd name="csY14" fmla="*/ 377182 h 414874"/>
              <a:gd name="csX15" fmla="*/ 302945 w 376081"/>
              <a:gd name="csY15" fmla="*/ 414875 h 414874"/>
              <a:gd name="csX16" fmla="*/ 73135 w 376081"/>
              <a:gd name="csY16" fmla="*/ 414875 h 414874"/>
              <a:gd name="csX17" fmla="*/ 30943 w 376081"/>
              <a:gd name="csY17" fmla="*/ 377182 h 414874"/>
              <a:gd name="csX18" fmla="*/ 17121 w 376081"/>
              <a:gd name="csY18" fmla="*/ 377182 h 414874"/>
              <a:gd name="csX19" fmla="*/ 0 w 376081"/>
              <a:gd name="csY19" fmla="*/ 360060 h 414874"/>
              <a:gd name="csX20" fmla="*/ 0 w 376081"/>
              <a:gd name="csY20" fmla="*/ 227246 h 414874"/>
              <a:gd name="csX21" fmla="*/ 17121 w 376081"/>
              <a:gd name="csY21" fmla="*/ 210125 h 414874"/>
              <a:gd name="csX22" fmla="*/ 43650 w 376081"/>
              <a:gd name="csY22" fmla="*/ 210125 h 414874"/>
              <a:gd name="csX23" fmla="*/ 332431 w 376081"/>
              <a:gd name="csY23" fmla="*/ 210125 h 414874"/>
              <a:gd name="csX24" fmla="*/ 332431 w 376081"/>
              <a:gd name="csY24" fmla="*/ 110656 h 414874"/>
              <a:gd name="csX25" fmla="*/ 306317 w 376081"/>
              <a:gd name="csY25" fmla="*/ 110656 h 414874"/>
              <a:gd name="csX26" fmla="*/ 306317 w 376081"/>
              <a:gd name="csY26" fmla="*/ 110629 h 414874"/>
              <a:gd name="csX27" fmla="*/ 306217 w 376081"/>
              <a:gd name="csY27" fmla="*/ 110629 h 414874"/>
              <a:gd name="csX28" fmla="*/ 269957 w 376081"/>
              <a:gd name="csY28" fmla="*/ 98888 h 414874"/>
              <a:gd name="csX29" fmla="*/ 254946 w 376081"/>
              <a:gd name="csY29" fmla="*/ 66660 h 414874"/>
              <a:gd name="csX30" fmla="*/ 254886 w 376081"/>
              <a:gd name="csY30" fmla="*/ 65770 h 414874"/>
              <a:gd name="csX31" fmla="*/ 254886 w 376081"/>
              <a:gd name="csY31" fmla="*/ 12981 h 414874"/>
              <a:gd name="csX32" fmla="*/ 73135 w 376081"/>
              <a:gd name="csY32" fmla="*/ 12981 h 414874"/>
              <a:gd name="csX33" fmla="*/ 43650 w 376081"/>
              <a:gd name="csY33" fmla="*/ 42467 h 414874"/>
              <a:gd name="csX34" fmla="*/ 43650 w 376081"/>
              <a:gd name="csY34" fmla="*/ 210125 h 414874"/>
              <a:gd name="csX35" fmla="*/ 332028 w 376081"/>
              <a:gd name="csY35" fmla="*/ 377182 h 414874"/>
              <a:gd name="csX36" fmla="*/ 44047 w 376081"/>
              <a:gd name="csY36" fmla="*/ 377182 h 414874"/>
              <a:gd name="csX37" fmla="*/ 73135 w 376081"/>
              <a:gd name="csY37" fmla="*/ 401893 h 414874"/>
              <a:gd name="csX38" fmla="*/ 302945 w 376081"/>
              <a:gd name="csY38" fmla="*/ 401893 h 414874"/>
              <a:gd name="csX39" fmla="*/ 332028 w 376081"/>
              <a:gd name="csY39" fmla="*/ 377182 h 414874"/>
              <a:gd name="csX40" fmla="*/ 187896 w 376081"/>
              <a:gd name="csY40" fmla="*/ 107619 h 414874"/>
              <a:gd name="csX41" fmla="*/ 197221 w 376081"/>
              <a:gd name="csY41" fmla="*/ 101817 h 414874"/>
              <a:gd name="csX42" fmla="*/ 203023 w 376081"/>
              <a:gd name="csY42" fmla="*/ 111142 h 414874"/>
              <a:gd name="csX43" fmla="*/ 186186 w 376081"/>
              <a:gd name="csY43" fmla="*/ 183256 h 414874"/>
              <a:gd name="csX44" fmla="*/ 176862 w 376081"/>
              <a:gd name="csY44" fmla="*/ 189058 h 414874"/>
              <a:gd name="csX45" fmla="*/ 171060 w 376081"/>
              <a:gd name="csY45" fmla="*/ 179733 h 414874"/>
              <a:gd name="csX46" fmla="*/ 187896 w 376081"/>
              <a:gd name="csY46" fmla="*/ 107619 h 414874"/>
              <a:gd name="csX47" fmla="*/ 161539 w 376081"/>
              <a:gd name="csY47" fmla="*/ 165423 h 414874"/>
              <a:gd name="csX48" fmla="*/ 162268 w 376081"/>
              <a:gd name="csY48" fmla="*/ 176359 h 414874"/>
              <a:gd name="csX49" fmla="*/ 151331 w 376081"/>
              <a:gd name="csY49" fmla="*/ 177089 h 414874"/>
              <a:gd name="csX50" fmla="*/ 121866 w 376081"/>
              <a:gd name="csY50" fmla="*/ 151271 h 414874"/>
              <a:gd name="csX51" fmla="*/ 121136 w 376081"/>
              <a:gd name="csY51" fmla="*/ 140334 h 414874"/>
              <a:gd name="csX52" fmla="*/ 121892 w 376081"/>
              <a:gd name="csY52" fmla="*/ 139583 h 414874"/>
              <a:gd name="csX53" fmla="*/ 151331 w 376081"/>
              <a:gd name="csY53" fmla="*/ 113787 h 414874"/>
              <a:gd name="csX54" fmla="*/ 162268 w 376081"/>
              <a:gd name="csY54" fmla="*/ 114516 h 414874"/>
              <a:gd name="csX55" fmla="*/ 161539 w 376081"/>
              <a:gd name="csY55" fmla="*/ 125453 h 414874"/>
              <a:gd name="csX56" fmla="*/ 138731 w 376081"/>
              <a:gd name="csY56" fmla="*/ 145437 h 414874"/>
              <a:gd name="csX57" fmla="*/ 161539 w 376081"/>
              <a:gd name="csY57" fmla="*/ 165423 h 414874"/>
              <a:gd name="csX58" fmla="*/ 224751 w 376081"/>
              <a:gd name="csY58" fmla="*/ 177089 h 414874"/>
              <a:gd name="csX59" fmla="*/ 213815 w 376081"/>
              <a:gd name="csY59" fmla="*/ 176359 h 414874"/>
              <a:gd name="csX60" fmla="*/ 214544 w 376081"/>
              <a:gd name="csY60" fmla="*/ 165423 h 414874"/>
              <a:gd name="csX61" fmla="*/ 237352 w 376081"/>
              <a:gd name="csY61" fmla="*/ 145437 h 414874"/>
              <a:gd name="csX62" fmla="*/ 214544 w 376081"/>
              <a:gd name="csY62" fmla="*/ 125453 h 414874"/>
              <a:gd name="csX63" fmla="*/ 213815 w 376081"/>
              <a:gd name="csY63" fmla="*/ 114516 h 414874"/>
              <a:gd name="csX64" fmla="*/ 224751 w 376081"/>
              <a:gd name="csY64" fmla="*/ 113787 h 414874"/>
              <a:gd name="csX65" fmla="*/ 254188 w 376081"/>
              <a:gd name="csY65" fmla="*/ 139583 h 414874"/>
              <a:gd name="csX66" fmla="*/ 254944 w 376081"/>
              <a:gd name="csY66" fmla="*/ 140334 h 414874"/>
              <a:gd name="csX67" fmla="*/ 254215 w 376081"/>
              <a:gd name="csY67" fmla="*/ 151271 h 414874"/>
              <a:gd name="csX68" fmla="*/ 224751 w 376081"/>
              <a:gd name="csY68" fmla="*/ 177089 h 414874"/>
              <a:gd name="csX69" fmla="*/ 267850 w 376081"/>
              <a:gd name="csY69" fmla="*/ 24536 h 414874"/>
              <a:gd name="csX70" fmla="*/ 267850 w 376081"/>
              <a:gd name="csY70" fmla="*/ 65741 h 414874"/>
              <a:gd name="csX71" fmla="*/ 278362 w 376081"/>
              <a:gd name="csY71" fmla="*/ 89064 h 414874"/>
              <a:gd name="csX72" fmla="*/ 306317 w 376081"/>
              <a:gd name="csY72" fmla="*/ 97717 h 414874"/>
              <a:gd name="csX73" fmla="*/ 306317 w 376081"/>
              <a:gd name="csY73" fmla="*/ 97693 h 414874"/>
              <a:gd name="csX74" fmla="*/ 332431 w 376081"/>
              <a:gd name="csY74" fmla="*/ 97693 h 414874"/>
              <a:gd name="csX75" fmla="*/ 332431 w 376081"/>
              <a:gd name="csY75" fmla="*/ 94409 h 414874"/>
              <a:gd name="csX76" fmla="*/ 267850 w 376081"/>
              <a:gd name="csY76" fmla="*/ 24536 h 414874"/>
              <a:gd name="csX77" fmla="*/ 162576 w 376081"/>
              <a:gd name="csY77" fmla="*/ 311437 h 414874"/>
              <a:gd name="csX78" fmla="*/ 148259 w 376081"/>
              <a:gd name="csY78" fmla="*/ 311437 h 414874"/>
              <a:gd name="csX79" fmla="*/ 148259 w 376081"/>
              <a:gd name="csY79" fmla="*/ 328066 h 414874"/>
              <a:gd name="csX80" fmla="*/ 126234 w 376081"/>
              <a:gd name="csY80" fmla="*/ 328066 h 414874"/>
              <a:gd name="csX81" fmla="*/ 126234 w 376081"/>
              <a:gd name="csY81" fmla="*/ 259240 h 414874"/>
              <a:gd name="csX82" fmla="*/ 160924 w 376081"/>
              <a:gd name="csY82" fmla="*/ 259240 h 414874"/>
              <a:gd name="csX83" fmla="*/ 184601 w 376081"/>
              <a:gd name="csY83" fmla="*/ 284678 h 414874"/>
              <a:gd name="csX84" fmla="*/ 178433 w 376081"/>
              <a:gd name="csY84" fmla="*/ 305381 h 414874"/>
              <a:gd name="csX85" fmla="*/ 172046 w 376081"/>
              <a:gd name="csY85" fmla="*/ 309675 h 414874"/>
              <a:gd name="csX86" fmla="*/ 162576 w 376081"/>
              <a:gd name="csY86" fmla="*/ 311437 h 414874"/>
              <a:gd name="csX87" fmla="*/ 148259 w 376081"/>
              <a:gd name="csY87" fmla="*/ 276859 h 414874"/>
              <a:gd name="csX88" fmla="*/ 148259 w 376081"/>
              <a:gd name="csY88" fmla="*/ 293818 h 414874"/>
              <a:gd name="csX89" fmla="*/ 153325 w 376081"/>
              <a:gd name="csY89" fmla="*/ 293818 h 414874"/>
              <a:gd name="csX90" fmla="*/ 159107 w 376081"/>
              <a:gd name="csY90" fmla="*/ 292993 h 414874"/>
              <a:gd name="csX91" fmla="*/ 160924 w 376081"/>
              <a:gd name="csY91" fmla="*/ 289193 h 414874"/>
              <a:gd name="csX92" fmla="*/ 160924 w 376081"/>
              <a:gd name="csY92" fmla="*/ 281483 h 414874"/>
              <a:gd name="csX93" fmla="*/ 159107 w 376081"/>
              <a:gd name="csY93" fmla="*/ 277686 h 414874"/>
              <a:gd name="csX94" fmla="*/ 153325 w 376081"/>
              <a:gd name="csY94" fmla="*/ 276859 h 414874"/>
              <a:gd name="csX95" fmla="*/ 148259 w 376081"/>
              <a:gd name="csY95" fmla="*/ 276859 h 414874"/>
              <a:gd name="csX96" fmla="*/ 212517 w 376081"/>
              <a:gd name="csY96" fmla="*/ 259240 h 414874"/>
              <a:gd name="csX97" fmla="*/ 218573 w 376081"/>
              <a:gd name="csY97" fmla="*/ 283465 h 414874"/>
              <a:gd name="csX98" fmla="*/ 219344 w 376081"/>
              <a:gd name="csY98" fmla="*/ 283465 h 414874"/>
              <a:gd name="csX99" fmla="*/ 225512 w 376081"/>
              <a:gd name="csY99" fmla="*/ 259240 h 414874"/>
              <a:gd name="csX100" fmla="*/ 249847 w 376081"/>
              <a:gd name="csY100" fmla="*/ 259240 h 414874"/>
              <a:gd name="csX101" fmla="*/ 230025 w 376081"/>
              <a:gd name="csY101" fmla="*/ 309346 h 414874"/>
              <a:gd name="csX102" fmla="*/ 230025 w 376081"/>
              <a:gd name="csY102" fmla="*/ 328066 h 414874"/>
              <a:gd name="csX103" fmla="*/ 208002 w 376081"/>
              <a:gd name="csY103" fmla="*/ 328066 h 414874"/>
              <a:gd name="csX104" fmla="*/ 208002 w 376081"/>
              <a:gd name="csY104" fmla="*/ 309346 h 414874"/>
              <a:gd name="csX105" fmla="*/ 188180 w 376081"/>
              <a:gd name="csY105" fmla="*/ 259240 h 414874"/>
              <a:gd name="csX106" fmla="*/ 212517 w 376081"/>
              <a:gd name="csY106" fmla="*/ 259240 h 4148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</a:cxnLst>
            <a:rect l="l" t="t" r="r" b="b"/>
            <a:pathLst>
              <a:path w="376081" h="414874">
                <a:moveTo>
                  <a:pt x="17121" y="210125"/>
                </a:moveTo>
                <a:lnTo>
                  <a:pt x="30668" y="210125"/>
                </a:lnTo>
                <a:lnTo>
                  <a:pt x="30668" y="42467"/>
                </a:lnTo>
                <a:cubicBezTo>
                  <a:pt x="30668" y="19129"/>
                  <a:pt x="49797" y="0"/>
                  <a:pt x="73135" y="0"/>
                </a:cubicBezTo>
                <a:lnTo>
                  <a:pt x="259964" y="0"/>
                </a:lnTo>
                <a:cubicBezTo>
                  <a:pt x="261999" y="-1"/>
                  <a:pt x="263917" y="954"/>
                  <a:pt x="265143" y="2580"/>
                </a:cubicBezTo>
                <a:lnTo>
                  <a:pt x="343663" y="87530"/>
                </a:lnTo>
                <a:cubicBezTo>
                  <a:pt x="344769" y="88722"/>
                  <a:pt x="345382" y="90289"/>
                  <a:pt x="345379" y="91915"/>
                </a:cubicBezTo>
                <a:lnTo>
                  <a:pt x="345413" y="91915"/>
                </a:lnTo>
                <a:lnTo>
                  <a:pt x="345413" y="210125"/>
                </a:lnTo>
                <a:lnTo>
                  <a:pt x="358960" y="210125"/>
                </a:lnTo>
                <a:cubicBezTo>
                  <a:pt x="368376" y="210125"/>
                  <a:pt x="376081" y="217845"/>
                  <a:pt x="376081" y="227246"/>
                </a:cubicBezTo>
                <a:lnTo>
                  <a:pt x="376081" y="360060"/>
                </a:lnTo>
                <a:cubicBezTo>
                  <a:pt x="376081" y="369462"/>
                  <a:pt x="368360" y="377182"/>
                  <a:pt x="358960" y="377182"/>
                </a:cubicBezTo>
                <a:lnTo>
                  <a:pt x="345134" y="377182"/>
                </a:lnTo>
                <a:cubicBezTo>
                  <a:pt x="342701" y="398156"/>
                  <a:pt x="324487" y="414875"/>
                  <a:pt x="302945" y="414875"/>
                </a:cubicBezTo>
                <a:lnTo>
                  <a:pt x="73135" y="414875"/>
                </a:lnTo>
                <a:cubicBezTo>
                  <a:pt x="51478" y="414875"/>
                  <a:pt x="33353" y="398238"/>
                  <a:pt x="30943" y="377182"/>
                </a:cubicBezTo>
                <a:lnTo>
                  <a:pt x="17121" y="377182"/>
                </a:lnTo>
                <a:cubicBezTo>
                  <a:pt x="7721" y="377182"/>
                  <a:pt x="0" y="369478"/>
                  <a:pt x="0" y="360060"/>
                </a:cubicBezTo>
                <a:lnTo>
                  <a:pt x="0" y="227246"/>
                </a:lnTo>
                <a:cubicBezTo>
                  <a:pt x="0" y="217829"/>
                  <a:pt x="7705" y="210125"/>
                  <a:pt x="17121" y="210125"/>
                </a:cubicBezTo>
                <a:close/>
                <a:moveTo>
                  <a:pt x="43650" y="210125"/>
                </a:moveTo>
                <a:lnTo>
                  <a:pt x="332431" y="210125"/>
                </a:lnTo>
                <a:lnTo>
                  <a:pt x="332431" y="110656"/>
                </a:lnTo>
                <a:lnTo>
                  <a:pt x="306317" y="110656"/>
                </a:lnTo>
                <a:lnTo>
                  <a:pt x="306317" y="110629"/>
                </a:lnTo>
                <a:lnTo>
                  <a:pt x="306217" y="110629"/>
                </a:lnTo>
                <a:cubicBezTo>
                  <a:pt x="290727" y="110385"/>
                  <a:pt x="278604" y="106275"/>
                  <a:pt x="269957" y="98888"/>
                </a:cubicBezTo>
                <a:cubicBezTo>
                  <a:pt x="260982" y="91222"/>
                  <a:pt x="255950" y="80271"/>
                  <a:pt x="254946" y="66660"/>
                </a:cubicBezTo>
                <a:lnTo>
                  <a:pt x="254886" y="65770"/>
                </a:lnTo>
                <a:lnTo>
                  <a:pt x="254886" y="12981"/>
                </a:lnTo>
                <a:lnTo>
                  <a:pt x="73135" y="12981"/>
                </a:lnTo>
                <a:cubicBezTo>
                  <a:pt x="56898" y="12981"/>
                  <a:pt x="43650" y="26230"/>
                  <a:pt x="43650" y="42467"/>
                </a:cubicBezTo>
                <a:lnTo>
                  <a:pt x="43650" y="210125"/>
                </a:lnTo>
                <a:close/>
                <a:moveTo>
                  <a:pt x="332028" y="377182"/>
                </a:moveTo>
                <a:lnTo>
                  <a:pt x="44047" y="377182"/>
                </a:lnTo>
                <a:cubicBezTo>
                  <a:pt x="46367" y="391088"/>
                  <a:pt x="58621" y="401893"/>
                  <a:pt x="73135" y="401893"/>
                </a:cubicBezTo>
                <a:lnTo>
                  <a:pt x="302945" y="401893"/>
                </a:lnTo>
                <a:cubicBezTo>
                  <a:pt x="317375" y="401893"/>
                  <a:pt x="329687" y="391037"/>
                  <a:pt x="332028" y="377182"/>
                </a:cubicBezTo>
                <a:close/>
                <a:moveTo>
                  <a:pt x="187896" y="107619"/>
                </a:moveTo>
                <a:cubicBezTo>
                  <a:pt x="188869" y="103443"/>
                  <a:pt x="193045" y="100846"/>
                  <a:pt x="197221" y="101817"/>
                </a:cubicBezTo>
                <a:cubicBezTo>
                  <a:pt x="201398" y="102790"/>
                  <a:pt x="203995" y="106966"/>
                  <a:pt x="203023" y="111142"/>
                </a:cubicBezTo>
                <a:lnTo>
                  <a:pt x="186186" y="183256"/>
                </a:lnTo>
                <a:cubicBezTo>
                  <a:pt x="185214" y="187433"/>
                  <a:pt x="181038" y="190030"/>
                  <a:pt x="176862" y="189058"/>
                </a:cubicBezTo>
                <a:cubicBezTo>
                  <a:pt x="172685" y="188086"/>
                  <a:pt x="170088" y="183909"/>
                  <a:pt x="171060" y="179733"/>
                </a:cubicBezTo>
                <a:lnTo>
                  <a:pt x="187896" y="107619"/>
                </a:lnTo>
                <a:close/>
                <a:moveTo>
                  <a:pt x="161539" y="165423"/>
                </a:moveTo>
                <a:cubicBezTo>
                  <a:pt x="164758" y="168241"/>
                  <a:pt x="165087" y="173140"/>
                  <a:pt x="162268" y="176359"/>
                </a:cubicBezTo>
                <a:cubicBezTo>
                  <a:pt x="159449" y="179580"/>
                  <a:pt x="154551" y="179907"/>
                  <a:pt x="151331" y="177089"/>
                </a:cubicBezTo>
                <a:lnTo>
                  <a:pt x="121866" y="151271"/>
                </a:lnTo>
                <a:cubicBezTo>
                  <a:pt x="118646" y="148452"/>
                  <a:pt x="118318" y="143554"/>
                  <a:pt x="121136" y="140334"/>
                </a:cubicBezTo>
                <a:cubicBezTo>
                  <a:pt x="121375" y="140062"/>
                  <a:pt x="121627" y="139812"/>
                  <a:pt x="121892" y="139583"/>
                </a:cubicBezTo>
                <a:lnTo>
                  <a:pt x="151331" y="113787"/>
                </a:lnTo>
                <a:cubicBezTo>
                  <a:pt x="154551" y="110968"/>
                  <a:pt x="159449" y="111296"/>
                  <a:pt x="162268" y="114516"/>
                </a:cubicBezTo>
                <a:cubicBezTo>
                  <a:pt x="165087" y="117736"/>
                  <a:pt x="164758" y="122634"/>
                  <a:pt x="161539" y="125453"/>
                </a:cubicBezTo>
                <a:lnTo>
                  <a:pt x="138731" y="145437"/>
                </a:lnTo>
                <a:lnTo>
                  <a:pt x="161539" y="165423"/>
                </a:lnTo>
                <a:close/>
                <a:moveTo>
                  <a:pt x="224751" y="177089"/>
                </a:moveTo>
                <a:cubicBezTo>
                  <a:pt x="221532" y="179907"/>
                  <a:pt x="216633" y="179580"/>
                  <a:pt x="213815" y="176359"/>
                </a:cubicBezTo>
                <a:cubicBezTo>
                  <a:pt x="210996" y="173140"/>
                  <a:pt x="211324" y="168241"/>
                  <a:pt x="214544" y="165423"/>
                </a:cubicBezTo>
                <a:lnTo>
                  <a:pt x="237352" y="145437"/>
                </a:lnTo>
                <a:lnTo>
                  <a:pt x="214544" y="125453"/>
                </a:lnTo>
                <a:cubicBezTo>
                  <a:pt x="211324" y="122634"/>
                  <a:pt x="210996" y="117736"/>
                  <a:pt x="213815" y="114516"/>
                </a:cubicBezTo>
                <a:cubicBezTo>
                  <a:pt x="216633" y="111296"/>
                  <a:pt x="221532" y="110968"/>
                  <a:pt x="224751" y="113787"/>
                </a:cubicBezTo>
                <a:lnTo>
                  <a:pt x="254188" y="139583"/>
                </a:lnTo>
                <a:cubicBezTo>
                  <a:pt x="254454" y="139812"/>
                  <a:pt x="254706" y="140062"/>
                  <a:pt x="254944" y="140334"/>
                </a:cubicBezTo>
                <a:cubicBezTo>
                  <a:pt x="257762" y="143554"/>
                  <a:pt x="257435" y="148452"/>
                  <a:pt x="254215" y="151271"/>
                </a:cubicBezTo>
                <a:lnTo>
                  <a:pt x="224751" y="177089"/>
                </a:lnTo>
                <a:close/>
                <a:moveTo>
                  <a:pt x="267850" y="24536"/>
                </a:moveTo>
                <a:lnTo>
                  <a:pt x="267850" y="65741"/>
                </a:lnTo>
                <a:cubicBezTo>
                  <a:pt x="268590" y="75801"/>
                  <a:pt x="272117" y="83728"/>
                  <a:pt x="278362" y="89064"/>
                </a:cubicBezTo>
                <a:cubicBezTo>
                  <a:pt x="284702" y="94480"/>
                  <a:pt x="294038" y="97508"/>
                  <a:pt x="306317" y="97717"/>
                </a:cubicBezTo>
                <a:lnTo>
                  <a:pt x="306317" y="97693"/>
                </a:lnTo>
                <a:lnTo>
                  <a:pt x="332431" y="97693"/>
                </a:lnTo>
                <a:lnTo>
                  <a:pt x="332431" y="94409"/>
                </a:lnTo>
                <a:lnTo>
                  <a:pt x="267850" y="24536"/>
                </a:lnTo>
                <a:close/>
                <a:moveTo>
                  <a:pt x="162576" y="311437"/>
                </a:moveTo>
                <a:lnTo>
                  <a:pt x="148259" y="311437"/>
                </a:lnTo>
                <a:lnTo>
                  <a:pt x="148259" y="328066"/>
                </a:lnTo>
                <a:lnTo>
                  <a:pt x="126234" y="328066"/>
                </a:lnTo>
                <a:lnTo>
                  <a:pt x="126234" y="259240"/>
                </a:lnTo>
                <a:lnTo>
                  <a:pt x="160924" y="259240"/>
                </a:lnTo>
                <a:cubicBezTo>
                  <a:pt x="176708" y="259240"/>
                  <a:pt x="184601" y="267719"/>
                  <a:pt x="184601" y="284678"/>
                </a:cubicBezTo>
                <a:cubicBezTo>
                  <a:pt x="184601" y="294001"/>
                  <a:pt x="182545" y="300901"/>
                  <a:pt x="178433" y="305381"/>
                </a:cubicBezTo>
                <a:cubicBezTo>
                  <a:pt x="176891" y="307069"/>
                  <a:pt x="174763" y="308501"/>
                  <a:pt x="172046" y="309675"/>
                </a:cubicBezTo>
                <a:cubicBezTo>
                  <a:pt x="169330" y="310850"/>
                  <a:pt x="166173" y="311437"/>
                  <a:pt x="162576" y="311437"/>
                </a:cubicBezTo>
                <a:close/>
                <a:moveTo>
                  <a:pt x="148259" y="276859"/>
                </a:moveTo>
                <a:lnTo>
                  <a:pt x="148259" y="293818"/>
                </a:lnTo>
                <a:lnTo>
                  <a:pt x="153325" y="293818"/>
                </a:lnTo>
                <a:cubicBezTo>
                  <a:pt x="155967" y="293818"/>
                  <a:pt x="157896" y="293543"/>
                  <a:pt x="159107" y="292993"/>
                </a:cubicBezTo>
                <a:cubicBezTo>
                  <a:pt x="160317" y="292442"/>
                  <a:pt x="160924" y="291176"/>
                  <a:pt x="160924" y="289193"/>
                </a:cubicBezTo>
                <a:lnTo>
                  <a:pt x="160924" y="281483"/>
                </a:lnTo>
                <a:cubicBezTo>
                  <a:pt x="160924" y="279501"/>
                  <a:pt x="160317" y="278234"/>
                  <a:pt x="159107" y="277686"/>
                </a:cubicBezTo>
                <a:cubicBezTo>
                  <a:pt x="157896" y="277135"/>
                  <a:pt x="155967" y="276859"/>
                  <a:pt x="153325" y="276859"/>
                </a:cubicBezTo>
                <a:lnTo>
                  <a:pt x="148259" y="276859"/>
                </a:lnTo>
                <a:close/>
                <a:moveTo>
                  <a:pt x="212517" y="259240"/>
                </a:moveTo>
                <a:lnTo>
                  <a:pt x="218573" y="283465"/>
                </a:lnTo>
                <a:lnTo>
                  <a:pt x="219344" y="283465"/>
                </a:lnTo>
                <a:lnTo>
                  <a:pt x="225512" y="259240"/>
                </a:lnTo>
                <a:lnTo>
                  <a:pt x="249847" y="259240"/>
                </a:lnTo>
                <a:lnTo>
                  <a:pt x="230025" y="309346"/>
                </a:lnTo>
                <a:lnTo>
                  <a:pt x="230025" y="328066"/>
                </a:lnTo>
                <a:lnTo>
                  <a:pt x="208002" y="328066"/>
                </a:lnTo>
                <a:lnTo>
                  <a:pt x="208002" y="309346"/>
                </a:lnTo>
                <a:lnTo>
                  <a:pt x="188180" y="259240"/>
                </a:lnTo>
                <a:lnTo>
                  <a:pt x="212517" y="259240"/>
                </a:lnTo>
                <a:close/>
              </a:path>
            </a:pathLst>
          </a:custGeom>
          <a:solidFill>
            <a:srgbClr val="3F7EB1"/>
          </a:solidFill>
          <a:ln w="801" cap="flat">
            <a:noFill/>
            <a:prstDash val="solid"/>
            <a:miter/>
          </a:ln>
        </p:spPr>
        <p:txBody>
          <a:bodyPr/>
          <a:lstStyle/>
          <a:p>
            <a:endParaRPr lang="en-MY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50C9518-F7F9-3C29-E0EC-6D506637D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36822" y="1746584"/>
            <a:ext cx="335479" cy="3382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C36448-22D4-012B-A030-B2B7D81B3F3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2362" y="0"/>
            <a:ext cx="659638" cy="6596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F9BF85-FD79-0828-A675-BA52DC09A1FF}"/>
              </a:ext>
            </a:extLst>
          </p:cNvPr>
          <p:cNvSpPr txBox="1"/>
          <p:nvPr/>
        </p:nvSpPr>
        <p:spPr>
          <a:xfrm>
            <a:off x="678762" y="3146226"/>
            <a:ext cx="2050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noProof="1"/>
              <a:t>*perlu ada 2 display output </a:t>
            </a:r>
          </a:p>
        </p:txBody>
      </p:sp>
    </p:spTree>
    <p:extLst>
      <p:ext uri="{BB962C8B-B14F-4D97-AF65-F5344CB8AC3E}">
        <p14:creationId xmlns:p14="http://schemas.microsoft.com/office/powerpoint/2010/main" val="1978644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0E6ED-F832-5CE1-0776-8877AB460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D6A467A2-5A68-8534-090F-C1DF9050F52F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30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noProof="1">
                <a:latin typeface="Roboto" panose="02000000000000000000" pitchFamily="2" charset="0"/>
                <a:ea typeface="Roboto" panose="02000000000000000000" pitchFamily="2" charset="0"/>
              </a:rPr>
              <a:t>System Requirements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37B5727-7044-43AB-18EA-BF88230559DE}"/>
              </a:ext>
            </a:extLst>
          </p:cNvPr>
          <p:cNvCxnSpPr/>
          <p:nvPr/>
        </p:nvCxnSpPr>
        <p:spPr>
          <a:xfrm>
            <a:off x="6002448" y="1330859"/>
            <a:ext cx="0" cy="5187636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F655095-CEA6-744F-2F99-D9D722BD4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426776"/>
              </p:ext>
            </p:extLst>
          </p:nvPr>
        </p:nvGraphicFramePr>
        <p:xfrm>
          <a:off x="209553" y="1762124"/>
          <a:ext cx="5605791" cy="4827648"/>
        </p:xfrm>
        <a:graphic>
          <a:graphicData uri="http://schemas.openxmlformats.org/drawingml/2006/table">
            <a:tbl>
              <a:tblPr/>
              <a:tblGrid>
                <a:gridCol w="1868597">
                  <a:extLst>
                    <a:ext uri="{9D8B030D-6E8A-4147-A177-3AD203B41FA5}">
                      <a16:colId xmlns:a16="http://schemas.microsoft.com/office/drawing/2014/main" val="823082315"/>
                    </a:ext>
                  </a:extLst>
                </a:gridCol>
                <a:gridCol w="1868597">
                  <a:extLst>
                    <a:ext uri="{9D8B030D-6E8A-4147-A177-3AD203B41FA5}">
                      <a16:colId xmlns:a16="http://schemas.microsoft.com/office/drawing/2014/main" val="3610782292"/>
                    </a:ext>
                  </a:extLst>
                </a:gridCol>
                <a:gridCol w="1868597">
                  <a:extLst>
                    <a:ext uri="{9D8B030D-6E8A-4147-A177-3AD203B41FA5}">
                      <a16:colId xmlns:a16="http://schemas.microsoft.com/office/drawing/2014/main" val="4159370084"/>
                    </a:ext>
                  </a:extLst>
                </a:gridCol>
              </a:tblGrid>
              <a:tr h="4618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Hardware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Minimum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Recommended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926387"/>
                  </a:ext>
                </a:extLst>
              </a:tr>
              <a:tr h="804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CPU</a:t>
                      </a:r>
                      <a:endParaRPr lang="en-MY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Dual-core 1.6 GHz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Quad-core 2.0 GHz+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386202"/>
                  </a:ext>
                </a:extLst>
              </a:tr>
              <a:tr h="4618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RAM</a:t>
                      </a:r>
                      <a:endParaRPr lang="en-MY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2 GB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4 GB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387788"/>
                  </a:ext>
                </a:extLst>
              </a:tr>
              <a:tr h="1147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Storage</a:t>
                      </a:r>
                      <a:endParaRPr lang="en-MY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500 MB free (OS + app)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nn-NO">
                          <a:effectLst/>
                        </a:rPr>
                        <a:t>2 GB+ (for media video files)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380045"/>
                  </a:ext>
                </a:extLst>
              </a:tr>
              <a:tr h="804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Network</a:t>
                      </a:r>
                      <a:endParaRPr lang="en-MY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Wired LAN (100 Mbps)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Gigabit LAN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051069"/>
                  </a:ext>
                </a:extLst>
              </a:tr>
              <a:tr h="1147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Display Output</a:t>
                      </a:r>
                      <a:endParaRPr lang="en-MY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1 port (if served on another server)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2 hdmi ports (terminal + display)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66398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0B3940-4E19-C15A-0198-C2FE733B7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247966"/>
              </p:ext>
            </p:extLst>
          </p:nvPr>
        </p:nvGraphicFramePr>
        <p:xfrm>
          <a:off x="6189552" y="1762125"/>
          <a:ext cx="5792895" cy="4827648"/>
        </p:xfrm>
        <a:graphic>
          <a:graphicData uri="http://schemas.openxmlformats.org/drawingml/2006/table">
            <a:tbl>
              <a:tblPr/>
              <a:tblGrid>
                <a:gridCol w="1930965">
                  <a:extLst>
                    <a:ext uri="{9D8B030D-6E8A-4147-A177-3AD203B41FA5}">
                      <a16:colId xmlns:a16="http://schemas.microsoft.com/office/drawing/2014/main" val="1725229006"/>
                    </a:ext>
                  </a:extLst>
                </a:gridCol>
                <a:gridCol w="1930965">
                  <a:extLst>
                    <a:ext uri="{9D8B030D-6E8A-4147-A177-3AD203B41FA5}">
                      <a16:colId xmlns:a16="http://schemas.microsoft.com/office/drawing/2014/main" val="684620969"/>
                    </a:ext>
                  </a:extLst>
                </a:gridCol>
                <a:gridCol w="1930965">
                  <a:extLst>
                    <a:ext uri="{9D8B030D-6E8A-4147-A177-3AD203B41FA5}">
                      <a16:colId xmlns:a16="http://schemas.microsoft.com/office/drawing/2014/main" val="1559113312"/>
                    </a:ext>
                  </a:extLst>
                </a:gridCol>
              </a:tblGrid>
              <a:tr h="3807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Software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Version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Notes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169772"/>
                  </a:ext>
                </a:extLst>
              </a:tr>
              <a:tr h="12284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OS</a:t>
                      </a:r>
                      <a:endParaRPr lang="en-MY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Windows 7-11 / any linux distro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Linux will have slightly different setup process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464147"/>
                  </a:ext>
                </a:extLst>
              </a:tr>
              <a:tr h="6633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Python</a:t>
                      </a:r>
                      <a:endParaRPr lang="en-MY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3.8 or later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3.11+ recommended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685760"/>
                  </a:ext>
                </a:extLst>
              </a:tr>
              <a:tr h="6633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pip</a:t>
                      </a:r>
                      <a:endParaRPr lang="en-MY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Latest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Installed with Python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648028"/>
                  </a:ext>
                </a:extLst>
              </a:tr>
              <a:tr h="9459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git</a:t>
                      </a:r>
                      <a:endParaRPr lang="en-MY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Latest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Required for auto-update feature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359587"/>
                  </a:ext>
                </a:extLst>
              </a:tr>
              <a:tr h="9459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 b="1">
                          <a:effectLst/>
                        </a:rPr>
                        <a:t>Chrome/Browser</a:t>
                      </a:r>
                      <a:endParaRPr lang="en-MY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Y">
                          <a:effectLst/>
                        </a:rPr>
                        <a:t>Latest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Required for terminal &amp; tv display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1130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CA7222F6-0AA4-CAB3-443D-669A72406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2362" y="0"/>
            <a:ext cx="659638" cy="6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57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064A7-0826-E3EB-7F26-EC422ACC7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D63833B-2413-D5E6-0F19-A2497933DB49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30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noProof="1">
                <a:latin typeface="Roboto" panose="02000000000000000000" pitchFamily="2" charset="0"/>
                <a:ea typeface="Roboto" panose="02000000000000000000" pitchFamily="2" charset="0"/>
              </a:rPr>
              <a:t>Main Modules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52E5235-A78A-D7D2-C979-452DDD22DD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420845"/>
              </p:ext>
            </p:extLst>
          </p:nvPr>
        </p:nvGraphicFramePr>
        <p:xfrm>
          <a:off x="406400" y="1494971"/>
          <a:ext cx="10947400" cy="4643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0BB0082-E4E9-CB16-BF6C-729F930186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2362" y="0"/>
            <a:ext cx="659638" cy="6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379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BE5B2-74A0-C22D-D9EA-E71F8B9BF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C221FC-DC59-3613-9165-AB47B5DEF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15"/>
          <a:stretch>
            <a:fillRect/>
          </a:stretch>
        </p:blipFill>
        <p:spPr>
          <a:xfrm>
            <a:off x="1927396" y="0"/>
            <a:ext cx="10274192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DCFA405-B51C-5840-19DC-C942514C2619}"/>
              </a:ext>
            </a:extLst>
          </p:cNvPr>
          <p:cNvSpPr txBox="1">
            <a:spLocks/>
          </p:cNvSpPr>
          <p:nvPr/>
        </p:nvSpPr>
        <p:spPr>
          <a:xfrm rot="16200000">
            <a:off x="-2563417" y="3063828"/>
            <a:ext cx="6539186" cy="730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noProof="1">
                <a:latin typeface="Roboto" panose="02000000000000000000" pitchFamily="2" charset="0"/>
                <a:ea typeface="Roboto" panose="02000000000000000000" pitchFamily="2" charset="0"/>
              </a:rPr>
              <a:t>QMS TERMINAL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2879F-FC93-DD1E-2271-1E5E95D696A2}"/>
              </a:ext>
            </a:extLst>
          </p:cNvPr>
          <p:cNvSpPr txBox="1"/>
          <p:nvPr/>
        </p:nvSpPr>
        <p:spPr>
          <a:xfrm>
            <a:off x="8268995" y="2030640"/>
            <a:ext cx="39230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/>
              <a:t>Features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rgbClr val="C00000"/>
                </a:solidFill>
              </a:rPr>
              <a:t>Quick Counter Change </a:t>
            </a:r>
            <a:r>
              <a:rPr lang="en-US" noProof="1"/>
              <a:t>(press [+], counter number)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rgbClr val="C00000"/>
                </a:solidFill>
              </a:rPr>
              <a:t>Swappable Keypad </a:t>
            </a:r>
            <a:r>
              <a:rPr lang="en-US" noProof="1"/>
              <a:t>Layout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rgbClr val="C00000"/>
                </a:solidFill>
              </a:rPr>
              <a:t>Key Event Listener </a:t>
            </a:r>
            <a:r>
              <a:rPr lang="en-US" noProof="1"/>
              <a:t>enabled (</a:t>
            </a:r>
            <a:r>
              <a:rPr lang="en-US" i="1" noProof="1"/>
              <a:t>can type anywhere without clicking on the input box</a:t>
            </a:r>
            <a:r>
              <a:rPr lang="en-US" noProof="1"/>
              <a:t>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683781-D2D3-E05F-F86B-CB9AFDAB3437}"/>
              </a:ext>
            </a:extLst>
          </p:cNvPr>
          <p:cNvSpPr txBox="1">
            <a:spLocks/>
          </p:cNvSpPr>
          <p:nvPr/>
        </p:nvSpPr>
        <p:spPr>
          <a:xfrm rot="16200000">
            <a:off x="-272536" y="3063828"/>
            <a:ext cx="3418114" cy="730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noProof="1">
                <a:latin typeface="Roboto" panose="02000000000000000000" pitchFamily="2" charset="0"/>
                <a:ea typeface="Roboto" panose="02000000000000000000" pitchFamily="2" charset="0"/>
              </a:rPr>
              <a:t>(Desktop View)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DA0D5E-3126-CEA2-FF69-093E74D0C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4" y="0"/>
            <a:ext cx="659638" cy="6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44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0E1BE-E4B0-658B-328D-E5E54FA0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29CD26C-5EEB-EAB3-749E-74B828B476FD}"/>
              </a:ext>
            </a:extLst>
          </p:cNvPr>
          <p:cNvGrpSpPr/>
          <p:nvPr/>
        </p:nvGrpSpPr>
        <p:grpSpPr>
          <a:xfrm>
            <a:off x="2344625" y="333375"/>
            <a:ext cx="3169444" cy="6134101"/>
            <a:chOff x="878682" y="333375"/>
            <a:chExt cx="3169444" cy="613410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7862A1D5-6B6C-190B-8FE4-8CA8678309AD}"/>
                </a:ext>
              </a:extLst>
            </p:cNvPr>
            <p:cNvSpPr/>
            <p:nvPr/>
          </p:nvSpPr>
          <p:spPr>
            <a:xfrm>
              <a:off x="878682" y="333375"/>
              <a:ext cx="3169444" cy="6134101"/>
            </a:xfrm>
            <a:prstGeom prst="roundRect">
              <a:avLst>
                <a:gd name="adj" fmla="val 887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314B472-E711-B93F-16A1-1255195E7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598" y="515113"/>
              <a:ext cx="2995612" cy="5751574"/>
            </a:xfrm>
            <a:prstGeom prst="roundRect">
              <a:avLst>
                <a:gd name="adj" fmla="val 8083"/>
              </a:avLst>
            </a:prstGeom>
            <a:ln w="79375" cap="rnd">
              <a:solidFill>
                <a:schemeClr val="tx1"/>
              </a:solidFill>
            </a:ln>
          </p:spPr>
        </p:pic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A0561193-E28B-A946-A868-3182B0779D0A}"/>
              </a:ext>
            </a:extLst>
          </p:cNvPr>
          <p:cNvSpPr txBox="1">
            <a:spLocks/>
          </p:cNvSpPr>
          <p:nvPr/>
        </p:nvSpPr>
        <p:spPr>
          <a:xfrm rot="16200000">
            <a:off x="-2563417" y="3063828"/>
            <a:ext cx="6539186" cy="730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noProof="1">
                <a:latin typeface="Roboto" panose="02000000000000000000" pitchFamily="2" charset="0"/>
                <a:ea typeface="Roboto" panose="02000000000000000000" pitchFamily="2" charset="0"/>
              </a:rPr>
              <a:t>QMS TERMINAL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D0F3687-5023-9942-7EC9-20572462E574}"/>
              </a:ext>
            </a:extLst>
          </p:cNvPr>
          <p:cNvSpPr txBox="1">
            <a:spLocks/>
          </p:cNvSpPr>
          <p:nvPr/>
        </p:nvSpPr>
        <p:spPr>
          <a:xfrm rot="16200000">
            <a:off x="-272536" y="3063828"/>
            <a:ext cx="3418114" cy="730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noProof="1">
                <a:latin typeface="Roboto" panose="02000000000000000000" pitchFamily="2" charset="0"/>
                <a:ea typeface="Roboto" panose="02000000000000000000" pitchFamily="2" charset="0"/>
              </a:rPr>
              <a:t>(Mobile Display)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D0FC36-30FD-7393-B9E1-4910D5BE0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288" y="333375"/>
            <a:ext cx="1945633" cy="37356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BEDEA3-4184-05C6-D8E9-0EE6EF4F4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479" y="333375"/>
            <a:ext cx="1945633" cy="37356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5247B8F-DA66-38EE-C954-1D55ADB9CB97}"/>
              </a:ext>
            </a:extLst>
          </p:cNvPr>
          <p:cNvSpPr txBox="1"/>
          <p:nvPr/>
        </p:nvSpPr>
        <p:spPr>
          <a:xfrm>
            <a:off x="6314602" y="4439104"/>
            <a:ext cx="5012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/>
              <a:t>Features :</a:t>
            </a:r>
          </a:p>
          <a:p>
            <a:r>
              <a:rPr lang="en-US" b="1" noProof="1">
                <a:solidFill>
                  <a:srgbClr val="C00000"/>
                </a:solidFill>
              </a:rPr>
              <a:t>Responsive Design </a:t>
            </a:r>
            <a:r>
              <a:rPr lang="en-US" noProof="1"/>
              <a:t>(Auto resize on mobile device)</a:t>
            </a:r>
            <a:br>
              <a:rPr lang="en-US" noProof="1"/>
            </a:br>
            <a:r>
              <a:rPr lang="en-US" b="1" noProof="1">
                <a:solidFill>
                  <a:srgbClr val="C00000"/>
                </a:solidFill>
              </a:rPr>
              <a:t>Wakelock Build-in </a:t>
            </a:r>
            <a:r>
              <a:rPr lang="en-US" noProof="1"/>
              <a:t>(Device will not go to sleep when active)</a:t>
            </a:r>
          </a:p>
          <a:p>
            <a:r>
              <a:rPr lang="en-US" b="1" noProof="1">
                <a:solidFill>
                  <a:srgbClr val="C00000"/>
                </a:solidFill>
              </a:rPr>
              <a:t>Dark Mode </a:t>
            </a:r>
            <a:r>
              <a:rPr lang="en-US" noProof="1"/>
              <a:t>available (to save power for oled device)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7B690B5-29FD-0120-815D-0B8320B580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4" y="0"/>
            <a:ext cx="659638" cy="6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386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D980CD-96F4-0D99-5CE8-770247CA1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7"/>
          <a:stretch>
            <a:fillRect/>
          </a:stretch>
        </p:blipFill>
        <p:spPr>
          <a:xfrm>
            <a:off x="1732480" y="0"/>
            <a:ext cx="1045952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EBDE04E-EB6E-072F-2A44-38445A736A45}"/>
              </a:ext>
            </a:extLst>
          </p:cNvPr>
          <p:cNvSpPr txBox="1">
            <a:spLocks/>
          </p:cNvSpPr>
          <p:nvPr/>
        </p:nvSpPr>
        <p:spPr>
          <a:xfrm rot="16200000">
            <a:off x="-2563417" y="3063828"/>
            <a:ext cx="6539186" cy="730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noProof="1">
                <a:latin typeface="Roboto" panose="02000000000000000000" pitchFamily="2" charset="0"/>
                <a:ea typeface="Roboto" panose="02000000000000000000" pitchFamily="2" charset="0"/>
              </a:rPr>
              <a:t>DASHBOARD VIEW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BF91C6-7C47-EBD4-CCF3-7CAC16D6E7B0}"/>
              </a:ext>
            </a:extLst>
          </p:cNvPr>
          <p:cNvSpPr txBox="1">
            <a:spLocks/>
          </p:cNvSpPr>
          <p:nvPr/>
        </p:nvSpPr>
        <p:spPr>
          <a:xfrm rot="16200000">
            <a:off x="-631138" y="3140762"/>
            <a:ext cx="3981450" cy="576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noProof="1">
                <a:latin typeface="Roboto" panose="02000000000000000000" pitchFamily="2" charset="0"/>
                <a:ea typeface="Roboto" panose="02000000000000000000" pitchFamily="2" charset="0"/>
              </a:rPr>
              <a:t>(For Counter Staff)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7FCED-C7D4-6A42-04E7-A8DCD3F2D2F7}"/>
              </a:ext>
            </a:extLst>
          </p:cNvPr>
          <p:cNvSpPr txBox="1"/>
          <p:nvPr/>
        </p:nvSpPr>
        <p:spPr>
          <a:xfrm>
            <a:off x="7227579" y="1068943"/>
            <a:ext cx="262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>
                <a:solidFill>
                  <a:srgbClr val="C00000"/>
                </a:solidFill>
              </a:rPr>
              <a:t>Search for called number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B74D8-4F02-29F4-6D54-B25410BE308B}"/>
              </a:ext>
            </a:extLst>
          </p:cNvPr>
          <p:cNvSpPr txBox="1"/>
          <p:nvPr/>
        </p:nvSpPr>
        <p:spPr>
          <a:xfrm>
            <a:off x="6096000" y="3594139"/>
            <a:ext cx="2706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>
                <a:solidFill>
                  <a:srgbClr val="C00000"/>
                </a:solidFill>
              </a:rPr>
              <a:t>View call volume per hour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0305C1-DE8B-DD4E-5E77-A90B4FAAF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4" y="0"/>
            <a:ext cx="659638" cy="6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776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FDECF15-7E87-2362-6A20-558ED4BEAA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36057" y="159407"/>
            <a:ext cx="9820728" cy="6636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2AA296-0391-C777-0C07-000C09769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956" y="415079"/>
            <a:ext cx="9489441" cy="53378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4786484-2655-06CD-F9FD-4953BA95EA4C}"/>
              </a:ext>
            </a:extLst>
          </p:cNvPr>
          <p:cNvSpPr txBox="1">
            <a:spLocks/>
          </p:cNvSpPr>
          <p:nvPr/>
        </p:nvSpPr>
        <p:spPr>
          <a:xfrm rot="16200000">
            <a:off x="-2563417" y="3063828"/>
            <a:ext cx="6539186" cy="730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noProof="1">
                <a:latin typeface="Roboto" panose="02000000000000000000" pitchFamily="2" charset="0"/>
                <a:ea typeface="Roboto" panose="02000000000000000000" pitchFamily="2" charset="0"/>
              </a:rPr>
              <a:t>TV DISPLAY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ABCBAE-4DC4-17BB-349A-41652CBDD00D}"/>
              </a:ext>
            </a:extLst>
          </p:cNvPr>
          <p:cNvSpPr txBox="1">
            <a:spLocks/>
          </p:cNvSpPr>
          <p:nvPr/>
        </p:nvSpPr>
        <p:spPr>
          <a:xfrm rot="16200000">
            <a:off x="-745438" y="3140762"/>
            <a:ext cx="4210050" cy="576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noProof="1">
                <a:latin typeface="Roboto" panose="02000000000000000000" pitchFamily="2" charset="0"/>
                <a:ea typeface="Roboto" panose="02000000000000000000" pitchFamily="2" charset="0"/>
              </a:rPr>
              <a:t>(Ruang Menunggu)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E5D9BE-209D-24AA-C39E-3B7081157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4" y="0"/>
            <a:ext cx="659638" cy="6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585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7FB15-584E-704F-3F77-2CCC2E54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871757C-157C-93CB-F2CC-E9DF53606BD0}"/>
              </a:ext>
            </a:extLst>
          </p:cNvPr>
          <p:cNvSpPr/>
          <p:nvPr/>
        </p:nvSpPr>
        <p:spPr>
          <a:xfrm>
            <a:off x="2344625" y="333375"/>
            <a:ext cx="3169444" cy="6134101"/>
          </a:xfrm>
          <a:prstGeom prst="roundRect">
            <a:avLst>
              <a:gd name="adj" fmla="val 8877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72BEE76-4006-5772-C4A4-62093AF30718}"/>
              </a:ext>
            </a:extLst>
          </p:cNvPr>
          <p:cNvSpPr txBox="1">
            <a:spLocks/>
          </p:cNvSpPr>
          <p:nvPr/>
        </p:nvSpPr>
        <p:spPr>
          <a:xfrm rot="16200000">
            <a:off x="-2563417" y="3063828"/>
            <a:ext cx="6539186" cy="730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noProof="1">
                <a:latin typeface="Roboto" panose="02000000000000000000" pitchFamily="2" charset="0"/>
                <a:ea typeface="Roboto" panose="02000000000000000000" pitchFamily="2" charset="0"/>
              </a:rPr>
              <a:t>MOBILE LINK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5947D59-56AA-892C-920C-093001D5E48B}"/>
              </a:ext>
            </a:extLst>
          </p:cNvPr>
          <p:cNvSpPr txBox="1">
            <a:spLocks/>
          </p:cNvSpPr>
          <p:nvPr/>
        </p:nvSpPr>
        <p:spPr>
          <a:xfrm rot="16200000">
            <a:off x="-349470" y="3140762"/>
            <a:ext cx="3418114" cy="576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noProof="1">
                <a:latin typeface="Roboto" panose="02000000000000000000" pitchFamily="2" charset="0"/>
                <a:ea typeface="Roboto" panose="02000000000000000000" pitchFamily="2" charset="0"/>
              </a:rPr>
              <a:t>(For Patient)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396D6C-E2A4-CC56-D0A6-2873C909C493}"/>
              </a:ext>
            </a:extLst>
          </p:cNvPr>
          <p:cNvSpPr txBox="1"/>
          <p:nvPr/>
        </p:nvSpPr>
        <p:spPr>
          <a:xfrm>
            <a:off x="6610350" y="4296229"/>
            <a:ext cx="52406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/>
              <a:t>Features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Pesakit boleh semak status nombor panggilan.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Jika belum dipanggil, pesakit boleh klik utk mendapatkan notification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Jika telah dipanggil, sistem akan maklumkan masa dan kaunter panggilan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Boleh diakses dari mana-mana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C43695-2351-A2DE-FE2C-85B9DF3F0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349" y="541608"/>
            <a:ext cx="2983996" cy="5774784"/>
          </a:xfrm>
          <a:prstGeom prst="roundRect">
            <a:avLst>
              <a:gd name="adj" fmla="val 6766"/>
            </a:avLst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AA378A-272D-F99D-0C19-FC7BF0E50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008" y="989815"/>
            <a:ext cx="2907415" cy="1848181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2621EB-DF26-235C-DF4C-DF7CA4D8B6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239"/>
          <a:stretch>
            <a:fillRect/>
          </a:stretch>
        </p:blipFill>
        <p:spPr>
          <a:xfrm>
            <a:off x="6096000" y="989815"/>
            <a:ext cx="2310914" cy="1170627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FB920A4-AC1E-2C7B-8D72-1F2D941F8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568021"/>
            <a:ext cx="2293595" cy="1299129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A6B9102-AF88-6280-5DF8-B5F9BDCBC1ED}"/>
              </a:ext>
            </a:extLst>
          </p:cNvPr>
          <p:cNvSpPr txBox="1"/>
          <p:nvPr/>
        </p:nvSpPr>
        <p:spPr>
          <a:xfrm>
            <a:off x="6095999" y="679333"/>
            <a:ext cx="22935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1. No Panggilan Belum Dipanggil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06DFC1-6F8E-CF62-5698-399F599C195E}"/>
              </a:ext>
            </a:extLst>
          </p:cNvPr>
          <p:cNvSpPr txBox="1"/>
          <p:nvPr/>
        </p:nvSpPr>
        <p:spPr>
          <a:xfrm>
            <a:off x="6096000" y="2291022"/>
            <a:ext cx="2064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2. Daftar untuk Notification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5BDE69-B015-77AE-B0A0-8DDAD8C24F4A}"/>
              </a:ext>
            </a:extLst>
          </p:cNvPr>
          <p:cNvSpPr txBox="1"/>
          <p:nvPr/>
        </p:nvSpPr>
        <p:spPr>
          <a:xfrm>
            <a:off x="8878007" y="668171"/>
            <a:ext cx="23109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3. No Panggilan telah lepas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9E900E2-0ACB-A765-82CA-0AC566F816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4" y="0"/>
            <a:ext cx="659638" cy="6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7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73FB-BE32-61AB-1297-435EFF91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0D6652E-18BA-392B-E825-E5C3361D10B5}"/>
              </a:ext>
            </a:extLst>
          </p:cNvPr>
          <p:cNvSpPr txBox="1">
            <a:spLocks/>
          </p:cNvSpPr>
          <p:nvPr/>
        </p:nvSpPr>
        <p:spPr>
          <a:xfrm>
            <a:off x="366052" y="365126"/>
            <a:ext cx="10515600" cy="730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noProof="1">
                <a:latin typeface="Roboto" panose="02000000000000000000" pitchFamily="2" charset="0"/>
                <a:ea typeface="Roboto" panose="02000000000000000000" pitchFamily="2" charset="0"/>
              </a:rPr>
              <a:t>Live Demo {QMS Server}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EEE9C4-1868-DFC0-3AB3-3398EA535BBD}"/>
              </a:ext>
            </a:extLst>
          </p:cNvPr>
          <p:cNvSpPr txBox="1"/>
          <p:nvPr/>
        </p:nvSpPr>
        <p:spPr>
          <a:xfrm>
            <a:off x="366052" y="980054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noProof="1"/>
              <a:t>(Served from a test server)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F2970-E6AE-FF03-36AC-055169458015}"/>
              </a:ext>
            </a:extLst>
          </p:cNvPr>
          <p:cNvSpPr txBox="1"/>
          <p:nvPr/>
        </p:nvSpPr>
        <p:spPr>
          <a:xfrm>
            <a:off x="922605" y="4899355"/>
            <a:ext cx="9592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noProof="1">
                <a:solidFill>
                  <a:schemeClr val="accent5"/>
                </a:solidFill>
                <a:hlinkClick r:id="rId2"/>
              </a:rPr>
              <a:t>http://backuphs.duckdns.org/qms</a:t>
            </a:r>
            <a:endParaRPr lang="en-US" u="sng" noProof="1">
              <a:solidFill>
                <a:schemeClr val="accent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E15E3-A12E-CDF5-B22B-50B0EE1CD6E4}"/>
              </a:ext>
            </a:extLst>
          </p:cNvPr>
          <p:cNvSpPr txBox="1"/>
          <p:nvPr/>
        </p:nvSpPr>
        <p:spPr>
          <a:xfrm>
            <a:off x="922605" y="6270362"/>
            <a:ext cx="9592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noProof="1">
                <a:solidFill>
                  <a:schemeClr val="accent5"/>
                </a:solidFill>
                <a:hlinkClick r:id="rId3"/>
              </a:rPr>
              <a:t>http://backuphs.duckdns.org/qms/display</a:t>
            </a:r>
            <a:endParaRPr lang="en-US" u="sng" noProof="1">
              <a:solidFill>
                <a:schemeClr val="accent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ED226D-FA3B-A6A0-9AFF-213816B72CF3}"/>
              </a:ext>
            </a:extLst>
          </p:cNvPr>
          <p:cNvSpPr txBox="1"/>
          <p:nvPr/>
        </p:nvSpPr>
        <p:spPr>
          <a:xfrm>
            <a:off x="922605" y="4391523"/>
            <a:ext cx="9592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1"/>
              <a:t>QMS Terminal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DEF16B-C613-33FE-7AA0-9C35DD291F51}"/>
              </a:ext>
            </a:extLst>
          </p:cNvPr>
          <p:cNvSpPr txBox="1"/>
          <p:nvPr/>
        </p:nvSpPr>
        <p:spPr>
          <a:xfrm>
            <a:off x="922605" y="5762530"/>
            <a:ext cx="9592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1"/>
              <a:t>QMS Display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8F5237-1A59-4DE4-1A47-F6E0C960F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704" y="1729527"/>
            <a:ext cx="2658796" cy="26619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F24572-7E09-1843-019A-CB10C198B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2362" y="0"/>
            <a:ext cx="659638" cy="6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086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F4CD5-894A-429C-E021-7147B05FF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ED9ACEB-BF66-2409-B45C-7151320649C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30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noProof="1"/>
              <a:t>Additional Helper Script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7F56B2-2CFF-44E8-A887-6DAD1240A62E}"/>
              </a:ext>
            </a:extLst>
          </p:cNvPr>
          <p:cNvSpPr txBox="1"/>
          <p:nvPr/>
        </p:nvSpPr>
        <p:spPr>
          <a:xfrm>
            <a:off x="922604" y="1095470"/>
            <a:ext cx="751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/>
              <a:t>(For Windows PC connected to Display TV in Extended Mode Only)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F404F-5155-F431-679F-5D6B6AD3BC95}"/>
              </a:ext>
            </a:extLst>
          </p:cNvPr>
          <p:cNvSpPr txBox="1"/>
          <p:nvPr/>
        </p:nvSpPr>
        <p:spPr>
          <a:xfrm>
            <a:off x="922605" y="1641148"/>
            <a:ext cx="959299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/>
              <a:t>&lt;batch file&gt;</a:t>
            </a:r>
          </a:p>
          <a:p>
            <a:r>
              <a:rPr lang="en-US" noProof="1"/>
              <a:t>START "" "C:\Program Files\Google\Chrome\Application\chrome.exe" ^</a:t>
            </a:r>
          </a:p>
          <a:p>
            <a:r>
              <a:rPr lang="en-US" noProof="1"/>
              <a:t>  --user-data-dir="C:\ChromeKiosk" ^</a:t>
            </a:r>
          </a:p>
          <a:p>
            <a:r>
              <a:rPr lang="en-US" noProof="1"/>
              <a:t>  --kiosk ^</a:t>
            </a:r>
          </a:p>
          <a:p>
            <a:r>
              <a:rPr lang="en-US" noProof="1"/>
              <a:t>  --window-position=1920,0 ^</a:t>
            </a:r>
          </a:p>
          <a:p>
            <a:r>
              <a:rPr lang="en-US" noProof="1"/>
              <a:t>  --autoplay-policy=no-user-gesture-required ^</a:t>
            </a:r>
          </a:p>
          <a:p>
            <a:r>
              <a:rPr lang="en-US" noProof="1"/>
              <a:t>  --no-first-run ^</a:t>
            </a:r>
          </a:p>
          <a:p>
            <a:r>
              <a:rPr lang="en-US" noProof="1"/>
              <a:t>  --disable-infobars ^</a:t>
            </a:r>
          </a:p>
          <a:p>
            <a:r>
              <a:rPr lang="en-US" noProof="1"/>
              <a:t>  --disable-session-crashed-bubble ^</a:t>
            </a:r>
          </a:p>
          <a:p>
            <a:r>
              <a:rPr lang="en-US" noProof="1"/>
              <a:t>  "http://&lt;your local ip&gt;:5000/display?kiosk=true"</a:t>
            </a:r>
          </a:p>
          <a:p>
            <a:r>
              <a:rPr lang="en-US" noProof="1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0BA92-BCEB-2D6E-0CAA-3C40EA3E542F}"/>
              </a:ext>
            </a:extLst>
          </p:cNvPr>
          <p:cNvSpPr txBox="1"/>
          <p:nvPr/>
        </p:nvSpPr>
        <p:spPr>
          <a:xfrm>
            <a:off x="922605" y="5577864"/>
            <a:ext cx="861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/>
              <a:t>This script will automatically load the queue display page on connected tv on every startup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9BEA15-C39F-22F8-C6A5-7AC77B5E45D4}"/>
              </a:ext>
            </a:extLst>
          </p:cNvPr>
          <p:cNvSpPr txBox="1"/>
          <p:nvPr/>
        </p:nvSpPr>
        <p:spPr>
          <a:xfrm>
            <a:off x="922604" y="4856001"/>
            <a:ext cx="82690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/>
              <a:t>Save this as bat file and set to run in Task Scheduler - trigger start at logon</a:t>
            </a:r>
          </a:p>
          <a:p>
            <a:r>
              <a:rPr lang="en-US" noProof="1"/>
              <a:t>This script assumes extended display is on right side after 1920x1080 monitor.</a:t>
            </a:r>
          </a:p>
        </p:txBody>
      </p:sp>
    </p:spTree>
    <p:extLst>
      <p:ext uri="{BB962C8B-B14F-4D97-AF65-F5344CB8AC3E}">
        <p14:creationId xmlns:p14="http://schemas.microsoft.com/office/powerpoint/2010/main" val="2159569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484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547</Words>
  <Application>Microsoft Office PowerPoint</Application>
  <PresentationFormat>Widescreen</PresentationFormat>
  <Paragraphs>133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Roboto</vt:lpstr>
      <vt:lpstr>Office Theme</vt:lpstr>
      <vt:lpstr>    MS OPD</vt:lpstr>
      <vt:lpstr>System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19</cp:revision>
  <dcterms:created xsi:type="dcterms:W3CDTF">2026-05-13T01:14:12Z</dcterms:created>
  <dcterms:modified xsi:type="dcterms:W3CDTF">2026-05-13T07:14:00Z</dcterms:modified>
</cp:coreProperties>
</file>