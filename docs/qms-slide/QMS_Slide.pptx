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4" r:id="rId3"/>
    <p:sldId id="275" r:id="rId4"/>
    <p:sldId id="276" r:id="rId5"/>
    <p:sldId id="260" r:id="rId6"/>
    <p:sldId id="257" r:id="rId7"/>
    <p:sldId id="271" r:id="rId8"/>
    <p:sldId id="263" r:id="rId9"/>
    <p:sldId id="269" r:id="rId10"/>
    <p:sldId id="258" r:id="rId11"/>
    <p:sldId id="268" r:id="rId12"/>
    <p:sldId id="266" r:id="rId13"/>
    <p:sldId id="267" r:id="rId14"/>
    <p:sldId id="273" r:id="rId15"/>
    <p:sldId id="270" r:id="rId16"/>
    <p:sldId id="264" r:id="rId17"/>
    <p:sldId id="272" r:id="rId18"/>
    <p:sldId id="261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F7EB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4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C27D413-394C-4FD7-BF57-6610B9BCAAF2}" type="doc">
      <dgm:prSet loTypeId="urn:microsoft.com/office/officeart/2005/8/layout/default" loCatId="list" qsTypeId="urn:microsoft.com/office/officeart/2005/8/quickstyle/simple4" qsCatId="simple" csTypeId="urn:microsoft.com/office/officeart/2005/8/colors/accent1_3" csCatId="accent1" phldr="1"/>
      <dgm:spPr/>
      <dgm:t>
        <a:bodyPr/>
        <a:lstStyle/>
        <a:p>
          <a:endParaRPr lang="en-MY"/>
        </a:p>
      </dgm:t>
    </dgm:pt>
    <dgm:pt modelId="{E8099153-4E1A-44D2-AD76-D5C99A063A57}">
      <dgm:prSet phldrT="[Text]" phldr="0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US" noProof="1"/>
            <a:t>Terminal</a:t>
          </a:r>
        </a:p>
      </dgm:t>
    </dgm:pt>
    <dgm:pt modelId="{96E395DB-A4EC-4034-8803-F2FE6D550A69}" type="parTrans" cxnId="{9D89247C-8B60-49CE-B0C1-B44F60BE99B5}">
      <dgm:prSet/>
      <dgm:spPr/>
      <dgm:t>
        <a:bodyPr/>
        <a:lstStyle/>
        <a:p>
          <a:endParaRPr lang="en-MY"/>
        </a:p>
      </dgm:t>
    </dgm:pt>
    <dgm:pt modelId="{B5D9BFB9-2E72-482A-9239-825FD164EE2A}" type="sibTrans" cxnId="{9D89247C-8B60-49CE-B0C1-B44F60BE99B5}">
      <dgm:prSet/>
      <dgm:spPr/>
      <dgm:t>
        <a:bodyPr/>
        <a:lstStyle/>
        <a:p>
          <a:endParaRPr lang="en-MY"/>
        </a:p>
      </dgm:t>
    </dgm:pt>
    <dgm:pt modelId="{0409C66C-CD9C-4FB2-9B68-EAAABF8DD64C}">
      <dgm:prSet phldrT="[Text]" phldr="0"/>
      <dgm:spPr>
        <a:solidFill>
          <a:schemeClr val="accent6">
            <a:lumMod val="75000"/>
          </a:schemeClr>
        </a:solidFill>
      </dgm:spPr>
      <dgm:t>
        <a:bodyPr/>
        <a:lstStyle/>
        <a:p>
          <a:r>
            <a:rPr lang="en-US" noProof="1"/>
            <a:t>Display</a:t>
          </a:r>
        </a:p>
      </dgm:t>
    </dgm:pt>
    <dgm:pt modelId="{DC30E757-2C8B-4602-8E98-BDA6E3B56136}" type="parTrans" cxnId="{951EFB5D-CBE7-4398-BC02-6F97CB810586}">
      <dgm:prSet/>
      <dgm:spPr/>
      <dgm:t>
        <a:bodyPr/>
        <a:lstStyle/>
        <a:p>
          <a:endParaRPr lang="en-MY"/>
        </a:p>
      </dgm:t>
    </dgm:pt>
    <dgm:pt modelId="{29DF550E-DA68-4B48-8A16-93BE66E57E10}" type="sibTrans" cxnId="{951EFB5D-CBE7-4398-BC02-6F97CB810586}">
      <dgm:prSet/>
      <dgm:spPr/>
      <dgm:t>
        <a:bodyPr/>
        <a:lstStyle/>
        <a:p>
          <a:endParaRPr lang="en-MY"/>
        </a:p>
      </dgm:t>
    </dgm:pt>
    <dgm:pt modelId="{3B626F20-BB14-4DE2-99B7-9AAD7EB7AA29}">
      <dgm:prSet phldrT="[Text]" phldr="0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US" noProof="1"/>
            <a:t>Dashboard</a:t>
          </a:r>
        </a:p>
      </dgm:t>
    </dgm:pt>
    <dgm:pt modelId="{12416549-881E-49D7-86CE-52411A9205D5}" type="parTrans" cxnId="{86C8AC28-A84F-457D-A2B4-FC880810CB2F}">
      <dgm:prSet/>
      <dgm:spPr/>
      <dgm:t>
        <a:bodyPr/>
        <a:lstStyle/>
        <a:p>
          <a:endParaRPr lang="en-MY"/>
        </a:p>
      </dgm:t>
    </dgm:pt>
    <dgm:pt modelId="{B646FBC1-1069-4F41-8896-F60ADC76FA85}" type="sibTrans" cxnId="{86C8AC28-A84F-457D-A2B4-FC880810CB2F}">
      <dgm:prSet/>
      <dgm:spPr/>
      <dgm:t>
        <a:bodyPr/>
        <a:lstStyle/>
        <a:p>
          <a:endParaRPr lang="en-MY"/>
        </a:p>
      </dgm:t>
    </dgm:pt>
    <dgm:pt modelId="{3A7B464C-18FB-4B8F-919B-7901E6F04E9C}">
      <dgm:prSet phldrT="[Text]" phldr="0"/>
      <dgm:spPr>
        <a:solidFill>
          <a:schemeClr val="accent6">
            <a:lumMod val="75000"/>
          </a:schemeClr>
        </a:solidFill>
      </dgm:spPr>
      <dgm:t>
        <a:bodyPr/>
        <a:lstStyle/>
        <a:p>
          <a:r>
            <a:rPr lang="en-US" noProof="1"/>
            <a:t>Mobile-Link</a:t>
          </a:r>
        </a:p>
      </dgm:t>
    </dgm:pt>
    <dgm:pt modelId="{B1807288-64C4-4C0C-9FA8-85C134567E6E}" type="parTrans" cxnId="{C8157A97-8ABB-43D2-AAE2-16774EFDECC4}">
      <dgm:prSet/>
      <dgm:spPr/>
      <dgm:t>
        <a:bodyPr/>
        <a:lstStyle/>
        <a:p>
          <a:endParaRPr lang="en-MY"/>
        </a:p>
      </dgm:t>
    </dgm:pt>
    <dgm:pt modelId="{8B6A42B8-4FBC-4CA0-9790-9EA25183264B}" type="sibTrans" cxnId="{C8157A97-8ABB-43D2-AAE2-16774EFDECC4}">
      <dgm:prSet/>
      <dgm:spPr/>
      <dgm:t>
        <a:bodyPr/>
        <a:lstStyle/>
        <a:p>
          <a:endParaRPr lang="en-MY"/>
        </a:p>
      </dgm:t>
    </dgm:pt>
    <dgm:pt modelId="{276D74A5-A2B9-4093-B94B-095F21C3E137}" type="pres">
      <dgm:prSet presAssocID="{5C27D413-394C-4FD7-BF57-6610B9BCAAF2}" presName="diagram" presStyleCnt="0">
        <dgm:presLayoutVars>
          <dgm:dir/>
          <dgm:resizeHandles val="exact"/>
        </dgm:presLayoutVars>
      </dgm:prSet>
      <dgm:spPr/>
    </dgm:pt>
    <dgm:pt modelId="{DEF1A340-15CE-4D2F-9435-E9902290B76C}" type="pres">
      <dgm:prSet presAssocID="{E8099153-4E1A-44D2-AD76-D5C99A063A57}" presName="node" presStyleLbl="node1" presStyleIdx="0" presStyleCnt="4" custScaleX="117527">
        <dgm:presLayoutVars>
          <dgm:bulletEnabled val="1"/>
        </dgm:presLayoutVars>
      </dgm:prSet>
      <dgm:spPr/>
    </dgm:pt>
    <dgm:pt modelId="{AB9871D1-D25E-4051-B856-815B32D567AC}" type="pres">
      <dgm:prSet presAssocID="{B5D9BFB9-2E72-482A-9239-825FD164EE2A}" presName="sibTrans" presStyleCnt="0"/>
      <dgm:spPr/>
    </dgm:pt>
    <dgm:pt modelId="{087DE305-F431-47FF-8BB8-8920151A39C5}" type="pres">
      <dgm:prSet presAssocID="{0409C66C-CD9C-4FB2-9B68-EAAABF8DD64C}" presName="node" presStyleLbl="node1" presStyleIdx="1" presStyleCnt="4" custScaleX="117527">
        <dgm:presLayoutVars>
          <dgm:bulletEnabled val="1"/>
        </dgm:presLayoutVars>
      </dgm:prSet>
      <dgm:spPr/>
    </dgm:pt>
    <dgm:pt modelId="{01FFE343-C0BA-47CD-A860-8A87C72D954A}" type="pres">
      <dgm:prSet presAssocID="{29DF550E-DA68-4B48-8A16-93BE66E57E10}" presName="sibTrans" presStyleCnt="0"/>
      <dgm:spPr/>
    </dgm:pt>
    <dgm:pt modelId="{EC22925F-4CC0-4173-8A99-0F62580C2B99}" type="pres">
      <dgm:prSet presAssocID="{3B626F20-BB14-4DE2-99B7-9AAD7EB7AA29}" presName="node" presStyleLbl="node1" presStyleIdx="2" presStyleCnt="4" custScaleX="117527">
        <dgm:presLayoutVars>
          <dgm:bulletEnabled val="1"/>
        </dgm:presLayoutVars>
      </dgm:prSet>
      <dgm:spPr/>
    </dgm:pt>
    <dgm:pt modelId="{A87D5785-965A-4DEE-9526-D831B013AE30}" type="pres">
      <dgm:prSet presAssocID="{B646FBC1-1069-4F41-8896-F60ADC76FA85}" presName="sibTrans" presStyleCnt="0"/>
      <dgm:spPr/>
    </dgm:pt>
    <dgm:pt modelId="{0F374DCD-74A6-4155-887B-6C88E8AE94EA}" type="pres">
      <dgm:prSet presAssocID="{3A7B464C-18FB-4B8F-919B-7901E6F04E9C}" presName="node" presStyleLbl="node1" presStyleIdx="3" presStyleCnt="4" custScaleX="117527">
        <dgm:presLayoutVars>
          <dgm:bulletEnabled val="1"/>
        </dgm:presLayoutVars>
      </dgm:prSet>
      <dgm:spPr/>
    </dgm:pt>
  </dgm:ptLst>
  <dgm:cxnLst>
    <dgm:cxn modelId="{86C8AC28-A84F-457D-A2B4-FC880810CB2F}" srcId="{5C27D413-394C-4FD7-BF57-6610B9BCAAF2}" destId="{3B626F20-BB14-4DE2-99B7-9AAD7EB7AA29}" srcOrd="2" destOrd="0" parTransId="{12416549-881E-49D7-86CE-52411A9205D5}" sibTransId="{B646FBC1-1069-4F41-8896-F60ADC76FA85}"/>
    <dgm:cxn modelId="{668DC95D-7C1B-4CEA-8EAD-EC9ADD2EE484}" type="presOf" srcId="{5C27D413-394C-4FD7-BF57-6610B9BCAAF2}" destId="{276D74A5-A2B9-4093-B94B-095F21C3E137}" srcOrd="0" destOrd="0" presId="urn:microsoft.com/office/officeart/2005/8/layout/default"/>
    <dgm:cxn modelId="{951EFB5D-CBE7-4398-BC02-6F97CB810586}" srcId="{5C27D413-394C-4FD7-BF57-6610B9BCAAF2}" destId="{0409C66C-CD9C-4FB2-9B68-EAAABF8DD64C}" srcOrd="1" destOrd="0" parTransId="{DC30E757-2C8B-4602-8E98-BDA6E3B56136}" sibTransId="{29DF550E-DA68-4B48-8A16-93BE66E57E10}"/>
    <dgm:cxn modelId="{9D89247C-8B60-49CE-B0C1-B44F60BE99B5}" srcId="{5C27D413-394C-4FD7-BF57-6610B9BCAAF2}" destId="{E8099153-4E1A-44D2-AD76-D5C99A063A57}" srcOrd="0" destOrd="0" parTransId="{96E395DB-A4EC-4034-8803-F2FE6D550A69}" sibTransId="{B5D9BFB9-2E72-482A-9239-825FD164EE2A}"/>
    <dgm:cxn modelId="{C8157A97-8ABB-43D2-AAE2-16774EFDECC4}" srcId="{5C27D413-394C-4FD7-BF57-6610B9BCAAF2}" destId="{3A7B464C-18FB-4B8F-919B-7901E6F04E9C}" srcOrd="3" destOrd="0" parTransId="{B1807288-64C4-4C0C-9FA8-85C134567E6E}" sibTransId="{8B6A42B8-4FBC-4CA0-9790-9EA25183264B}"/>
    <dgm:cxn modelId="{52E311AC-10F2-4FDF-BFFD-B3F4E8A17C0D}" type="presOf" srcId="{3A7B464C-18FB-4B8F-919B-7901E6F04E9C}" destId="{0F374DCD-74A6-4155-887B-6C88E8AE94EA}" srcOrd="0" destOrd="0" presId="urn:microsoft.com/office/officeart/2005/8/layout/default"/>
    <dgm:cxn modelId="{F15755B8-AD3F-43DB-A2FA-B4D2B21EE960}" type="presOf" srcId="{0409C66C-CD9C-4FB2-9B68-EAAABF8DD64C}" destId="{087DE305-F431-47FF-8BB8-8920151A39C5}" srcOrd="0" destOrd="0" presId="urn:microsoft.com/office/officeart/2005/8/layout/default"/>
    <dgm:cxn modelId="{0E4C5FE2-3AD3-45CD-A9A5-90A0F48C00C1}" type="presOf" srcId="{3B626F20-BB14-4DE2-99B7-9AAD7EB7AA29}" destId="{EC22925F-4CC0-4173-8A99-0F62580C2B99}" srcOrd="0" destOrd="0" presId="urn:microsoft.com/office/officeart/2005/8/layout/default"/>
    <dgm:cxn modelId="{3C3C9DF9-DF30-4362-8D4B-6DFDB88B917F}" type="presOf" srcId="{E8099153-4E1A-44D2-AD76-D5C99A063A57}" destId="{DEF1A340-15CE-4D2F-9435-E9902290B76C}" srcOrd="0" destOrd="0" presId="urn:microsoft.com/office/officeart/2005/8/layout/default"/>
    <dgm:cxn modelId="{CA3ED31B-CFF2-4B96-A49E-FB7A7E9770B5}" type="presParOf" srcId="{276D74A5-A2B9-4093-B94B-095F21C3E137}" destId="{DEF1A340-15CE-4D2F-9435-E9902290B76C}" srcOrd="0" destOrd="0" presId="urn:microsoft.com/office/officeart/2005/8/layout/default"/>
    <dgm:cxn modelId="{5267A754-EDB2-48CD-98B7-5413161B0203}" type="presParOf" srcId="{276D74A5-A2B9-4093-B94B-095F21C3E137}" destId="{AB9871D1-D25E-4051-B856-815B32D567AC}" srcOrd="1" destOrd="0" presId="urn:microsoft.com/office/officeart/2005/8/layout/default"/>
    <dgm:cxn modelId="{FF14DFEA-3641-40F5-A5D8-D6B19CEC4713}" type="presParOf" srcId="{276D74A5-A2B9-4093-B94B-095F21C3E137}" destId="{087DE305-F431-47FF-8BB8-8920151A39C5}" srcOrd="2" destOrd="0" presId="urn:microsoft.com/office/officeart/2005/8/layout/default"/>
    <dgm:cxn modelId="{7D8AD454-DEC7-4131-9BE7-12EE0B8186FA}" type="presParOf" srcId="{276D74A5-A2B9-4093-B94B-095F21C3E137}" destId="{01FFE343-C0BA-47CD-A860-8A87C72D954A}" srcOrd="3" destOrd="0" presId="urn:microsoft.com/office/officeart/2005/8/layout/default"/>
    <dgm:cxn modelId="{F8EDD1E8-13A6-41AE-9948-DB97DB0E6CE8}" type="presParOf" srcId="{276D74A5-A2B9-4093-B94B-095F21C3E137}" destId="{EC22925F-4CC0-4173-8A99-0F62580C2B99}" srcOrd="4" destOrd="0" presId="urn:microsoft.com/office/officeart/2005/8/layout/default"/>
    <dgm:cxn modelId="{94E54BB2-9207-40AD-A5ED-9CCCC5093453}" type="presParOf" srcId="{276D74A5-A2B9-4093-B94B-095F21C3E137}" destId="{A87D5785-965A-4DEE-9526-D831B013AE30}" srcOrd="5" destOrd="0" presId="urn:microsoft.com/office/officeart/2005/8/layout/default"/>
    <dgm:cxn modelId="{50C9C371-7D66-461B-A7D7-840403FEEF4D}" type="presParOf" srcId="{276D74A5-A2B9-4093-B94B-095F21C3E137}" destId="{0F374DCD-74A6-4155-887B-6C88E8AE94EA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F1A340-15CE-4D2F-9435-E9902290B76C}">
      <dsp:nvSpPr>
        <dsp:cNvPr id="0" name=""/>
        <dsp:cNvSpPr/>
      </dsp:nvSpPr>
      <dsp:spPr>
        <a:xfrm>
          <a:off x="1098586" y="703"/>
          <a:ext cx="4196576" cy="2142440"/>
        </a:xfrm>
        <a:prstGeom prst="rect">
          <a:avLst/>
        </a:prstGeom>
        <a:solidFill>
          <a:schemeClr val="accent1">
            <a:lumMod val="75000"/>
          </a:schemeClr>
        </a:soli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32410" tIns="232410" rIns="232410" bIns="232410" numCol="1" spcCol="1270" anchor="ctr" anchorCtr="0">
          <a:noAutofit/>
        </a:bodyPr>
        <a:lstStyle/>
        <a:p>
          <a:pPr marL="0" lvl="0" indent="0" algn="ctr" defTabSz="2711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100" kern="1200" noProof="1"/>
            <a:t>Terminal</a:t>
          </a:r>
        </a:p>
      </dsp:txBody>
      <dsp:txXfrm>
        <a:off x="1098586" y="703"/>
        <a:ext cx="4196576" cy="2142440"/>
      </dsp:txXfrm>
    </dsp:sp>
    <dsp:sp modelId="{087DE305-F431-47FF-8BB8-8920151A39C5}">
      <dsp:nvSpPr>
        <dsp:cNvPr id="0" name=""/>
        <dsp:cNvSpPr/>
      </dsp:nvSpPr>
      <dsp:spPr>
        <a:xfrm>
          <a:off x="5652236" y="703"/>
          <a:ext cx="4196576" cy="2142440"/>
        </a:xfrm>
        <a:prstGeom prst="rect">
          <a:avLst/>
        </a:prstGeom>
        <a:solidFill>
          <a:schemeClr val="accent6">
            <a:lumMod val="75000"/>
          </a:schemeClr>
        </a:soli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32410" tIns="232410" rIns="232410" bIns="232410" numCol="1" spcCol="1270" anchor="ctr" anchorCtr="0">
          <a:noAutofit/>
        </a:bodyPr>
        <a:lstStyle/>
        <a:p>
          <a:pPr marL="0" lvl="0" indent="0" algn="ctr" defTabSz="2711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100" kern="1200" noProof="1"/>
            <a:t>Display</a:t>
          </a:r>
        </a:p>
      </dsp:txBody>
      <dsp:txXfrm>
        <a:off x="5652236" y="703"/>
        <a:ext cx="4196576" cy="2142440"/>
      </dsp:txXfrm>
    </dsp:sp>
    <dsp:sp modelId="{EC22925F-4CC0-4173-8A99-0F62580C2B99}">
      <dsp:nvSpPr>
        <dsp:cNvPr id="0" name=""/>
        <dsp:cNvSpPr/>
      </dsp:nvSpPr>
      <dsp:spPr>
        <a:xfrm>
          <a:off x="1098586" y="2500217"/>
          <a:ext cx="4196576" cy="2142440"/>
        </a:xfrm>
        <a:prstGeom prst="rect">
          <a:avLst/>
        </a:prstGeom>
        <a:solidFill>
          <a:schemeClr val="accent1">
            <a:lumMod val="75000"/>
          </a:schemeClr>
        </a:soli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32410" tIns="232410" rIns="232410" bIns="232410" numCol="1" spcCol="1270" anchor="ctr" anchorCtr="0">
          <a:noAutofit/>
        </a:bodyPr>
        <a:lstStyle/>
        <a:p>
          <a:pPr marL="0" lvl="0" indent="0" algn="ctr" defTabSz="2711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100" kern="1200" noProof="1"/>
            <a:t>Dashboard</a:t>
          </a:r>
        </a:p>
      </dsp:txBody>
      <dsp:txXfrm>
        <a:off x="1098586" y="2500217"/>
        <a:ext cx="4196576" cy="2142440"/>
      </dsp:txXfrm>
    </dsp:sp>
    <dsp:sp modelId="{0F374DCD-74A6-4155-887B-6C88E8AE94EA}">
      <dsp:nvSpPr>
        <dsp:cNvPr id="0" name=""/>
        <dsp:cNvSpPr/>
      </dsp:nvSpPr>
      <dsp:spPr>
        <a:xfrm>
          <a:off x="5652236" y="2500217"/>
          <a:ext cx="4196576" cy="2142440"/>
        </a:xfrm>
        <a:prstGeom prst="rect">
          <a:avLst/>
        </a:prstGeom>
        <a:solidFill>
          <a:schemeClr val="accent6">
            <a:lumMod val="75000"/>
          </a:schemeClr>
        </a:soli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32410" tIns="232410" rIns="232410" bIns="232410" numCol="1" spcCol="1270" anchor="ctr" anchorCtr="0">
          <a:noAutofit/>
        </a:bodyPr>
        <a:lstStyle/>
        <a:p>
          <a:pPr marL="0" lvl="0" indent="0" algn="ctr" defTabSz="2711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100" kern="1200" noProof="1"/>
            <a:t>Mobile-Link</a:t>
          </a:r>
        </a:p>
      </dsp:txBody>
      <dsp:txXfrm>
        <a:off x="5652236" y="2500217"/>
        <a:ext cx="4196576" cy="21424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53851-6CB4-D1F3-BFED-1D32638B0F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38A7EC-8F1D-33C6-15F2-2A9AA6F6D0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E2F4FF-DF9B-1692-28F9-920DAB1C7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A3B55F-5CCC-4996-8A16-5A457BB31429}" type="datetimeFigureOut">
              <a:rPr lang="en-MY" smtClean="0"/>
              <a:t>04/06/2026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CEC80B-A9A2-03E1-E4AF-FFE40C5F21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18856C-46CA-92C1-6F0A-232B281C8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6C2BD-7119-4145-91CB-C5FD657715F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164744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446A5-1195-302B-10FD-DF9702D7C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96D610-9367-8460-0998-B9BB27794F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28B645-E1E8-BB29-7E57-C980CE31F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A3B55F-5CCC-4996-8A16-5A457BB31429}" type="datetimeFigureOut">
              <a:rPr lang="en-MY" smtClean="0"/>
              <a:t>04/06/2026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956B8E-D321-3479-6713-F82FB48E3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EF4A70-DEC9-4B99-9AB2-22E3A36FB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6C2BD-7119-4145-91CB-C5FD657715F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4152888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6092F-3C68-F390-A18B-26545581A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359E1A-52E9-6053-16E4-1982A3CDB4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C3D415-8420-0ADB-C2AF-86BCCE7DFB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A3B55F-5CCC-4996-8A16-5A457BB31429}" type="datetimeFigureOut">
              <a:rPr lang="en-MY" smtClean="0"/>
              <a:t>04/06/2026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EE73DF-086D-6C16-F95D-A54DCC357B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9CCD04-5364-869E-C8D3-81B02434A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6C2BD-7119-4145-91CB-C5FD657715F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0199695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33104-1D6A-C008-BE4E-7EFFC7444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333296-C250-6A64-C42F-1209E3682A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1C5B58-8F0D-7303-5876-CDA3D57B14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55F649-1ED3-4171-25C2-A7972FFD2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A3B55F-5CCC-4996-8A16-5A457BB31429}" type="datetimeFigureOut">
              <a:rPr lang="en-MY" smtClean="0"/>
              <a:t>04/06/2026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74EA7D-2A2D-4866-39DC-4991A5545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9A2360-6A20-EEAC-12C5-A7FA64C7E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6C2BD-7119-4145-91CB-C5FD657715F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0159646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D0D3F-C34D-BE36-5A34-46D39899AF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01E9F3-FA4F-95C1-E4CB-45C85AB201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BB1DFC-802E-68A2-96C3-33E0CC1289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FDA65E-D186-7D1B-BA19-010F21B3D2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916132-140B-920E-16C3-B597A2CE8D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C23AE1-054F-3BC9-748C-405A8E810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A3B55F-5CCC-4996-8A16-5A457BB31429}" type="datetimeFigureOut">
              <a:rPr lang="en-MY" smtClean="0"/>
              <a:t>04/06/2026</a:t>
            </a:fld>
            <a:endParaRPr lang="en-MY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0010DA-3689-9CA7-8348-3A14E8C88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E81FC2-3F1E-07D4-25FC-EBCEEE503F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6C2BD-7119-4145-91CB-C5FD657715F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8157511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05231-C4B6-1EEB-4C20-85FC2D844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9CB1E67-E05B-1446-5095-78004A93A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A3B55F-5CCC-4996-8A16-5A457BB31429}" type="datetimeFigureOut">
              <a:rPr lang="en-MY" smtClean="0"/>
              <a:t>04/06/2026</a:t>
            </a:fld>
            <a:endParaRPr lang="en-MY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A7429E-D026-4F12-069F-A0D1AC315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465710-FD37-43F7-1C01-2AAC990C0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6C2BD-7119-4145-91CB-C5FD657715F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3949028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EF9487E-A2D9-75F4-6805-F9857075C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A3B55F-5CCC-4996-8A16-5A457BB31429}" type="datetimeFigureOut">
              <a:rPr lang="en-MY" smtClean="0"/>
              <a:t>04/06/2026</a:t>
            </a:fld>
            <a:endParaRPr lang="en-MY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C6F3B1-28A6-2FE7-EB46-17559630A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1DFD31-05CE-5386-3936-89BD34E91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6C2BD-7119-4145-91CB-C5FD657715F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629067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8E47D-19CA-0A13-411E-F2C1F3BEA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55C678-A2F9-0950-4115-DED574199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2F7625-D45E-A157-00F8-119F3FB5E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B8407F-B0AD-C0CD-18D1-6F9EADDD53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A3B55F-5CCC-4996-8A16-5A457BB31429}" type="datetimeFigureOut">
              <a:rPr lang="en-MY" smtClean="0"/>
              <a:t>04/06/2026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18AF17-CCB9-CAAC-34AF-50EC6CAED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A6C4DD-8450-34E8-2254-236E8149CA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6C2BD-7119-4145-91CB-C5FD657715F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646496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02F0F-E3CB-ACE8-36E0-B5F5DE097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08DB87-4262-6A82-A431-C4B1CD6FB9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A01050-5471-9D7E-509F-E2E37D58F6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7424A9-1275-F12D-AE51-95625244D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A3B55F-5CCC-4996-8A16-5A457BB31429}" type="datetimeFigureOut">
              <a:rPr lang="en-MY" smtClean="0"/>
              <a:t>04/06/2026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A0CF0E-17CC-F466-DEE4-5964CDE9F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FA4A1-EDE5-4ABE-DD55-153735694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6C2BD-7119-4145-91CB-C5FD657715F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77697907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0042D-B476-FA6A-D853-A5258D32F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627AFB-0299-E125-5F1F-065AFAF38A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02C154-732B-CEC1-E9BE-6010EE8549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A3B55F-5CCC-4996-8A16-5A457BB31429}" type="datetimeFigureOut">
              <a:rPr lang="en-MY" smtClean="0"/>
              <a:t>04/06/2026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9861FE-CA12-6511-28EF-6D12BD23A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C8847-E4D9-8ABB-1240-50A90460F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6C2BD-7119-4145-91CB-C5FD657715F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92489155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5EB552-B892-CF1C-E2BF-854236828B4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E14B18-2BCB-18E8-D3C1-747E4F4CE7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41ECCC-A5AC-3985-6E56-828376162B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A3B55F-5CCC-4996-8A16-5A457BB31429}" type="datetimeFigureOut">
              <a:rPr lang="en-MY" smtClean="0"/>
              <a:t>04/06/2026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689757-F19D-F015-A874-6BEEC50AD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D0E2A1-5124-8F9D-28FE-C9DC5F85B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D6C2BD-7119-4145-91CB-C5FD657715F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2501989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3436C52-0F45-326D-47B9-8D2371AB8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7554E2-47A2-8AE1-F8E8-F76F154AF8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FDBACC-CE49-5D08-DC72-047920DE16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A3B55F-5CCC-4996-8A16-5A457BB31429}" type="datetimeFigureOut">
              <a:rPr lang="en-MY" smtClean="0"/>
              <a:t>04/06/2026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897C91-93A0-C843-6400-E469526530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BBE1A3-B315-6518-B62F-31A126CA53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D6C2BD-7119-4145-91CB-C5FD657715FF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303011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13" Type="http://schemas.openxmlformats.org/officeDocument/2006/relationships/image" Target="../media/image13.sv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12" Type="http://schemas.openxmlformats.org/officeDocument/2006/relationships/image" Target="../media/image12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11" Type="http://schemas.openxmlformats.org/officeDocument/2006/relationships/image" Target="../media/image11.svg"/><Relationship Id="rId5" Type="http://schemas.openxmlformats.org/officeDocument/2006/relationships/image" Target="../media/image5.svg"/><Relationship Id="rId15" Type="http://schemas.openxmlformats.org/officeDocument/2006/relationships/image" Target="../media/image15.svg"/><Relationship Id="rId10" Type="http://schemas.openxmlformats.org/officeDocument/2006/relationships/image" Target="../media/image10.jpeg"/><Relationship Id="rId4" Type="http://schemas.openxmlformats.org/officeDocument/2006/relationships/image" Target="../media/image4.svg"/><Relationship Id="rId9" Type="http://schemas.openxmlformats.org/officeDocument/2006/relationships/image" Target="../media/image9.jpeg"/><Relationship Id="rId14" Type="http://schemas.openxmlformats.org/officeDocument/2006/relationships/image" Target="../media/image14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13" Type="http://schemas.openxmlformats.org/officeDocument/2006/relationships/image" Target="../media/image15.sv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12" Type="http://schemas.openxmlformats.org/officeDocument/2006/relationships/image" Target="../media/image14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11" Type="http://schemas.openxmlformats.org/officeDocument/2006/relationships/image" Target="../media/image13.svg"/><Relationship Id="rId5" Type="http://schemas.openxmlformats.org/officeDocument/2006/relationships/image" Target="../media/image5.svg"/><Relationship Id="rId10" Type="http://schemas.openxmlformats.org/officeDocument/2006/relationships/image" Target="../media/image12.svg"/><Relationship Id="rId4" Type="http://schemas.openxmlformats.org/officeDocument/2006/relationships/image" Target="../media/image4.svg"/><Relationship Id="rId9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17.svg"/><Relationship Id="rId7" Type="http://schemas.openxmlformats.org/officeDocument/2006/relationships/image" Target="../media/image20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.svg"/><Relationship Id="rId11" Type="http://schemas.openxmlformats.org/officeDocument/2006/relationships/image" Target="../media/image22.svg"/><Relationship Id="rId5" Type="http://schemas.openxmlformats.org/officeDocument/2006/relationships/image" Target="../media/image19.svg"/><Relationship Id="rId10" Type="http://schemas.openxmlformats.org/officeDocument/2006/relationships/image" Target="../media/image1.png"/><Relationship Id="rId4" Type="http://schemas.openxmlformats.org/officeDocument/2006/relationships/image" Target="../media/image18.svg"/><Relationship Id="rId9" Type="http://schemas.openxmlformats.org/officeDocument/2006/relationships/image" Target="../media/image2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13" Type="http://schemas.openxmlformats.org/officeDocument/2006/relationships/image" Target="../media/image16.svg"/><Relationship Id="rId3" Type="http://schemas.openxmlformats.org/officeDocument/2006/relationships/image" Target="../media/image3.svg"/><Relationship Id="rId7" Type="http://schemas.openxmlformats.org/officeDocument/2006/relationships/image" Target="../media/image25.svg"/><Relationship Id="rId12" Type="http://schemas.openxmlformats.org/officeDocument/2006/relationships/image" Target="../media/image4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svg"/><Relationship Id="rId11" Type="http://schemas.openxmlformats.org/officeDocument/2006/relationships/image" Target="../media/image29.svg"/><Relationship Id="rId5" Type="http://schemas.openxmlformats.org/officeDocument/2006/relationships/image" Target="../media/image24.svg"/><Relationship Id="rId10" Type="http://schemas.openxmlformats.org/officeDocument/2006/relationships/image" Target="../media/image28.svg"/><Relationship Id="rId4" Type="http://schemas.openxmlformats.org/officeDocument/2006/relationships/image" Target="../media/image7.svg"/><Relationship Id="rId9" Type="http://schemas.openxmlformats.org/officeDocument/2006/relationships/image" Target="../media/image27.svg"/><Relationship Id="rId1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svg"/><Relationship Id="rId3" Type="http://schemas.openxmlformats.org/officeDocument/2006/relationships/image" Target="../media/image3.svg"/><Relationship Id="rId7" Type="http://schemas.openxmlformats.org/officeDocument/2006/relationships/image" Target="../media/image27.svg"/><Relationship Id="rId12" Type="http://schemas.openxmlformats.org/officeDocument/2006/relationships/image" Target="../media/image1.pn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svg"/><Relationship Id="rId11" Type="http://schemas.openxmlformats.org/officeDocument/2006/relationships/image" Target="../media/image16.svg"/><Relationship Id="rId5" Type="http://schemas.openxmlformats.org/officeDocument/2006/relationships/image" Target="../media/image2.svg"/><Relationship Id="rId10" Type="http://schemas.openxmlformats.org/officeDocument/2006/relationships/image" Target="../media/image4.svg"/><Relationship Id="rId4" Type="http://schemas.openxmlformats.org/officeDocument/2006/relationships/image" Target="../media/image7.svg"/><Relationship Id="rId9" Type="http://schemas.openxmlformats.org/officeDocument/2006/relationships/image" Target="../media/image29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1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.pn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1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://backuphs.duckdns.org/qms/display" TargetMode="External"/><Relationship Id="rId2" Type="http://schemas.openxmlformats.org/officeDocument/2006/relationships/hyperlink" Target="http://backuphs.duckdns.org/qms" TargetMode="Externa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.png"/><Relationship Id="rId4" Type="http://schemas.openxmlformats.org/officeDocument/2006/relationships/image" Target="../media/image4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26575-FD77-152B-F5BC-46443506342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11500" b="1" noProof="1">
                <a:latin typeface="Roboto" panose="02000000000000000000" pitchFamily="2" charset="0"/>
                <a:ea typeface="Roboto" panose="02000000000000000000" pitchFamily="2" charset="0"/>
              </a:rPr>
              <a:t>    MS OPD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531C03-33CC-0767-2C9B-E3C107D3D1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09950" y="3602038"/>
            <a:ext cx="5372100" cy="474662"/>
          </a:xfrm>
        </p:spPr>
        <p:txBody>
          <a:bodyPr/>
          <a:lstStyle/>
          <a:p>
            <a:r>
              <a:rPr lang="en-US" i="1" noProof="1"/>
              <a:t>Farmasi Pesakit Luar, Hospital Segamat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27994394-C0A2-0ED5-F428-CEED94C9F27E}"/>
              </a:ext>
            </a:extLst>
          </p:cNvPr>
          <p:cNvSpPr txBox="1">
            <a:spLocks/>
          </p:cNvSpPr>
          <p:nvPr/>
        </p:nvSpPr>
        <p:spPr>
          <a:xfrm>
            <a:off x="1524000" y="6457950"/>
            <a:ext cx="9144000" cy="30480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noProof="1"/>
              <a:t>Muhammad Redzuan bin Zulkifli (RPh 14205)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65E465-09C5-8682-9239-1ECE1C6B7F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551" y="1701801"/>
            <a:ext cx="1854200" cy="185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48235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50D361-888F-66F2-A02F-C155070116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4618"/>
            <a:ext cx="10515600" cy="5316682"/>
          </a:xfrm>
        </p:spPr>
        <p:txBody>
          <a:bodyPr/>
          <a:lstStyle/>
          <a:p>
            <a:r>
              <a:rPr lang="en-US"/>
              <a:t>Sistem ini dipasang di Farmasi Pesakit Luar</a:t>
            </a:r>
          </a:p>
          <a:p>
            <a:r>
              <a:rPr lang="en-US"/>
              <a:t>Purata jumlah pesakit 400-800 sehari (pesakit klinik dan discaj)</a:t>
            </a:r>
          </a:p>
          <a:p>
            <a:r>
              <a:rPr lang="en-US"/>
              <a:t>Pada waktu puncak boleh mencecah 120 pesakit sejam</a:t>
            </a:r>
          </a:p>
          <a:p>
            <a:r>
              <a:rPr lang="en-US"/>
              <a:t>Pemberian nombor secara manual (buku tiket, 4 atau 5 digit)</a:t>
            </a:r>
          </a:p>
          <a:p>
            <a:pPr lvl="1"/>
            <a:r>
              <a:rPr lang="en-US"/>
              <a:t>1 salinan diserah kepada pesakit, 1 lagi dikepil bersama preskripsi</a:t>
            </a:r>
          </a:p>
          <a:p>
            <a:pPr lvl="1"/>
            <a:r>
              <a:rPr lang="en-US"/>
              <a:t>Preskripsi tersebut akan melalui proses saringan, transkrib, filling, labelling, checking dan akhir sekali dispensing.</a:t>
            </a:r>
          </a:p>
          <a:p>
            <a:r>
              <a:rPr lang="en-US"/>
              <a:t>Nombor akan dipanggil semasa proses dispensing</a:t>
            </a:r>
          </a:p>
          <a:p>
            <a:r>
              <a:rPr lang="en-US"/>
              <a:t>Nombor tersebut juga digunakan sebagai patient identifier (bersama nama penuh, no ic/tarikh lahir, dan lain-lain)</a:t>
            </a:r>
          </a:p>
          <a:p>
            <a:pPr lvl="1"/>
            <a:endParaRPr lang="en-MY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C955EAC-402A-A8B6-BDF4-F782EDB898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98437"/>
            <a:ext cx="10515600" cy="965345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b="1" noProof="1">
                <a:latin typeface="Roboto" panose="02000000000000000000" pitchFamily="2" charset="0"/>
                <a:ea typeface="Roboto" panose="02000000000000000000" pitchFamily="2" charset="0"/>
              </a:rPr>
              <a:t>Pengenalan</a:t>
            </a:r>
          </a:p>
        </p:txBody>
      </p:sp>
    </p:spTree>
    <p:extLst>
      <p:ext uri="{BB962C8B-B14F-4D97-AF65-F5344CB8AC3E}">
        <p14:creationId xmlns:p14="http://schemas.microsoft.com/office/powerpoint/2010/main" val="296429262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4D9F8-8EDF-4482-D6B7-C356148BD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1EEC628-FD8A-2204-CD62-385177E756F6}"/>
              </a:ext>
            </a:extLst>
          </p:cNvPr>
          <p:cNvSpPr/>
          <p:nvPr/>
        </p:nvSpPr>
        <p:spPr>
          <a:xfrm>
            <a:off x="1533525" y="1666874"/>
            <a:ext cx="4227320" cy="48863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AF32FB7-CDC0-D9F0-2485-CD0661D970E9}"/>
              </a:ext>
            </a:extLst>
          </p:cNvPr>
          <p:cNvSpPr/>
          <p:nvPr/>
        </p:nvSpPr>
        <p:spPr>
          <a:xfrm>
            <a:off x="7087802" y="123826"/>
            <a:ext cx="4675573" cy="642937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747E81-B84E-9A4B-D1FF-8D1E376D531C}"/>
              </a:ext>
            </a:extLst>
          </p:cNvPr>
          <p:cNvSpPr/>
          <p:nvPr/>
        </p:nvSpPr>
        <p:spPr>
          <a:xfrm>
            <a:off x="5760845" y="1666875"/>
            <a:ext cx="1326957" cy="4886324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pic>
        <p:nvPicPr>
          <p:cNvPr id="11" name="Graphic 10" descr="Computer with solid fill">
            <a:extLst>
              <a:ext uri="{FF2B5EF4-FFF2-40B4-BE49-F238E27FC236}">
                <a16:creationId xmlns:a16="http://schemas.microsoft.com/office/drawing/2014/main" id="{2DD3FAA2-7364-4454-04F9-C83D0A018E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87515" y="5743575"/>
            <a:ext cx="873615" cy="909740"/>
          </a:xfrm>
          <a:prstGeom prst="rect">
            <a:avLst/>
          </a:prstGeom>
        </p:spPr>
      </p:pic>
      <p:pic>
        <p:nvPicPr>
          <p:cNvPr id="12" name="Graphic 11" descr="Computer with solid fill">
            <a:extLst>
              <a:ext uri="{FF2B5EF4-FFF2-40B4-BE49-F238E27FC236}">
                <a16:creationId xmlns:a16="http://schemas.microsoft.com/office/drawing/2014/main" id="{74AFCB41-9E63-4485-B23D-7B47571F0C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87515" y="4393228"/>
            <a:ext cx="873615" cy="909740"/>
          </a:xfrm>
          <a:prstGeom prst="rect">
            <a:avLst/>
          </a:prstGeom>
        </p:spPr>
      </p:pic>
      <p:pic>
        <p:nvPicPr>
          <p:cNvPr id="13" name="Graphic 12" descr="Smart Phone with solid fill">
            <a:extLst>
              <a:ext uri="{FF2B5EF4-FFF2-40B4-BE49-F238E27FC236}">
                <a16:creationId xmlns:a16="http://schemas.microsoft.com/office/drawing/2014/main" id="{308358BA-3583-37FB-41F1-5203123FFE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6064761" y="3532342"/>
            <a:ext cx="507489" cy="507489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CA924C2A-2163-866F-AF16-EFFF42F968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964252" y="3771292"/>
            <a:ext cx="976313" cy="817563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D645BD17-B23A-F4CC-A5B1-AB97C6AED2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90167" y="1709040"/>
            <a:ext cx="732922" cy="643541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7CA953F4-CABA-61E6-46A6-476BDC9E60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042505" y="1820105"/>
            <a:ext cx="568521" cy="536166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F4D11F66-FB15-0F84-9CCD-C5778B24EE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92569" y="5937988"/>
            <a:ext cx="835603" cy="564685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69E63EDA-35A8-5018-45F0-EE9DB97F63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03712" y="145513"/>
            <a:ext cx="900377" cy="60845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716D7CF3-2C11-537A-7B47-B7D48944361C}"/>
              </a:ext>
            </a:extLst>
          </p:cNvPr>
          <p:cNvSpPr txBox="1"/>
          <p:nvPr/>
        </p:nvSpPr>
        <p:spPr>
          <a:xfrm>
            <a:off x="6997748" y="2366867"/>
            <a:ext cx="14966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>
                <a:solidFill>
                  <a:schemeClr val="accent6">
                    <a:lumMod val="50000"/>
                  </a:schemeClr>
                </a:solidFill>
              </a:rPr>
              <a:t>Pesakit Beratur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FA59382-B5D5-D4FF-86DC-ACB9C4A82AD6}"/>
              </a:ext>
            </a:extLst>
          </p:cNvPr>
          <p:cNvSpPr txBox="1"/>
          <p:nvPr/>
        </p:nvSpPr>
        <p:spPr>
          <a:xfrm>
            <a:off x="9734141" y="4629764"/>
            <a:ext cx="14966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>
                <a:solidFill>
                  <a:schemeClr val="accent6">
                    <a:lumMod val="50000"/>
                  </a:schemeClr>
                </a:solidFill>
              </a:rPr>
              <a:t>Ruang Menunggu</a:t>
            </a:r>
            <a:endParaRPr lang="en-MY" sz="1400" i="1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97C9F5-4AFC-96E6-A663-13273F63F52A}"/>
              </a:ext>
            </a:extLst>
          </p:cNvPr>
          <p:cNvSpPr txBox="1"/>
          <p:nvPr/>
        </p:nvSpPr>
        <p:spPr>
          <a:xfrm>
            <a:off x="3807452" y="1633093"/>
            <a:ext cx="11927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>
                <a:solidFill>
                  <a:schemeClr val="accent1">
                    <a:lumMod val="50000"/>
                  </a:schemeClr>
                </a:solidFill>
              </a:rPr>
              <a:t>Farmasi</a:t>
            </a:r>
            <a:endParaRPr lang="en-MY" sz="1400" i="1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144BB71-D97E-E00D-5B89-AB6BDDDBB894}"/>
              </a:ext>
            </a:extLst>
          </p:cNvPr>
          <p:cNvSpPr txBox="1"/>
          <p:nvPr/>
        </p:nvSpPr>
        <p:spPr>
          <a:xfrm>
            <a:off x="5675984" y="6548493"/>
            <a:ext cx="14966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/>
              <a:t>Kaunter Dispens</a:t>
            </a:r>
            <a:endParaRPr lang="en-MY" sz="1400" i="1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9157544B-3475-6B92-6B7B-2A0EC3AD310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010" t="65055" r="55156" b="3957"/>
          <a:stretch>
            <a:fillRect/>
          </a:stretch>
        </p:blipFill>
        <p:spPr>
          <a:xfrm rot="16200000">
            <a:off x="5013648" y="-164319"/>
            <a:ext cx="902490" cy="200211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33C1559F-A63C-711E-12DF-A1DE913F1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00" t="5278" r="56947" b="65391"/>
          <a:stretch>
            <a:fillRect/>
          </a:stretch>
        </p:blipFill>
        <p:spPr>
          <a:xfrm rot="16038852">
            <a:off x="4460985" y="-215524"/>
            <a:ext cx="932278" cy="18587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7" name="Isosceles Triangle 36">
            <a:extLst>
              <a:ext uri="{FF2B5EF4-FFF2-40B4-BE49-F238E27FC236}">
                <a16:creationId xmlns:a16="http://schemas.microsoft.com/office/drawing/2014/main" id="{7F72344C-3414-36B1-812C-74C1509C717E}"/>
              </a:ext>
            </a:extLst>
          </p:cNvPr>
          <p:cNvSpPr/>
          <p:nvPr/>
        </p:nvSpPr>
        <p:spPr>
          <a:xfrm rot="6060188">
            <a:off x="4759909" y="4068994"/>
            <a:ext cx="369276" cy="2339854"/>
          </a:xfrm>
          <a:prstGeom prst="triangl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41BEFDA8-9102-22C3-8A41-5A41E918DF5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58" t="9697" r="14445"/>
          <a:stretch>
            <a:fillRect/>
          </a:stretch>
        </p:blipFill>
        <p:spPr>
          <a:xfrm>
            <a:off x="882571" y="1976427"/>
            <a:ext cx="3023758" cy="4728308"/>
          </a:xfrm>
          <a:prstGeom prst="roundRect">
            <a:avLst>
              <a:gd name="adj" fmla="val 9843"/>
            </a:avLst>
          </a:prstGeom>
          <a:ln w="76200">
            <a:solidFill>
              <a:srgbClr val="FFC000"/>
            </a:solidFill>
          </a:ln>
        </p:spPr>
      </p:pic>
      <p:sp>
        <p:nvSpPr>
          <p:cNvPr id="38" name="Isosceles Triangle 37">
            <a:extLst>
              <a:ext uri="{FF2B5EF4-FFF2-40B4-BE49-F238E27FC236}">
                <a16:creationId xmlns:a16="http://schemas.microsoft.com/office/drawing/2014/main" id="{EE993E2A-3743-278A-FE45-B5E7E1113BC9}"/>
              </a:ext>
            </a:extLst>
          </p:cNvPr>
          <p:cNvSpPr/>
          <p:nvPr/>
        </p:nvSpPr>
        <p:spPr>
          <a:xfrm rot="15687026">
            <a:off x="7709790" y="584038"/>
            <a:ext cx="311561" cy="863657"/>
          </a:xfrm>
          <a:prstGeom prst="triangle">
            <a:avLst>
              <a:gd name="adj" fmla="val 85026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88594F5B-4175-C323-6483-BD6C3DD9F62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50" t="44621" r="4849"/>
          <a:stretch>
            <a:fillRect/>
          </a:stretch>
        </p:blipFill>
        <p:spPr>
          <a:xfrm>
            <a:off x="8242089" y="172410"/>
            <a:ext cx="3796317" cy="1748050"/>
          </a:xfrm>
          <a:prstGeom prst="roundRect">
            <a:avLst/>
          </a:prstGeom>
          <a:ln w="57150">
            <a:solidFill>
              <a:srgbClr val="FFC000"/>
            </a:solidFill>
          </a:ln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75AF3B23-FD09-4C56-2F91-BDF68C9C1D6C}"/>
              </a:ext>
            </a:extLst>
          </p:cNvPr>
          <p:cNvSpPr txBox="1"/>
          <p:nvPr/>
        </p:nvSpPr>
        <p:spPr>
          <a:xfrm>
            <a:off x="5675984" y="1363803"/>
            <a:ext cx="14966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/>
              <a:t>Kaunter Nombor</a:t>
            </a:r>
            <a:endParaRPr lang="en-MY" sz="1400" i="1"/>
          </a:p>
        </p:txBody>
      </p:sp>
      <p:sp>
        <p:nvSpPr>
          <p:cNvPr id="41" name="Title 1">
            <a:extLst>
              <a:ext uri="{FF2B5EF4-FFF2-40B4-BE49-F238E27FC236}">
                <a16:creationId xmlns:a16="http://schemas.microsoft.com/office/drawing/2014/main" id="{DF9F6762-1B76-0BE0-5E71-1375FF015A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8065" y="223082"/>
            <a:ext cx="3238032" cy="1115572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 noProof="1">
                <a:latin typeface="Roboto" panose="02000000000000000000" pitchFamily="2" charset="0"/>
                <a:ea typeface="Roboto" panose="02000000000000000000" pitchFamily="2" charset="0"/>
              </a:rPr>
              <a:t>FARMASI</a:t>
            </a:r>
            <a:br>
              <a:rPr lang="en-US" sz="3200" b="1" noProof="1"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lang="en-US" sz="3200" b="1" noProof="1">
                <a:latin typeface="Roboto" panose="02000000000000000000" pitchFamily="2" charset="0"/>
                <a:ea typeface="Roboto" panose="02000000000000000000" pitchFamily="2" charset="0"/>
              </a:rPr>
              <a:t>PESAKIT LUAR</a:t>
            </a:r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9EBB2584-5E6B-8AF3-D6A9-027DA3DF07AF}"/>
              </a:ext>
            </a:extLst>
          </p:cNvPr>
          <p:cNvGrpSpPr/>
          <p:nvPr/>
        </p:nvGrpSpPr>
        <p:grpSpPr>
          <a:xfrm>
            <a:off x="9035438" y="2797531"/>
            <a:ext cx="395133" cy="1522057"/>
            <a:chOff x="8844179" y="4200525"/>
            <a:chExt cx="493307" cy="1900222"/>
          </a:xfrm>
        </p:grpSpPr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04349DA0-22A1-9CBD-C7E9-7F4FEBABD7D9}"/>
                </a:ext>
              </a:extLst>
            </p:cNvPr>
            <p:cNvCxnSpPr>
              <a:cxnSpLocks/>
            </p:cNvCxnSpPr>
            <p:nvPr/>
          </p:nvCxnSpPr>
          <p:spPr>
            <a:xfrm>
              <a:off x="9090832" y="4200525"/>
              <a:ext cx="0" cy="1900222"/>
            </a:xfrm>
            <a:prstGeom prst="line">
              <a:avLst/>
            </a:prstGeom>
            <a:ln w="76200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D7374D9D-3CB1-B458-F927-8CC73B16F328}"/>
                </a:ext>
              </a:extLst>
            </p:cNvPr>
            <p:cNvGrpSpPr/>
            <p:nvPr/>
          </p:nvGrpSpPr>
          <p:grpSpPr>
            <a:xfrm>
              <a:off x="8844179" y="4240942"/>
              <a:ext cx="493307" cy="414338"/>
              <a:chOff x="8844179" y="4226655"/>
              <a:chExt cx="493307" cy="414338"/>
            </a:xfrm>
          </p:grpSpPr>
          <p:sp>
            <p:nvSpPr>
              <p:cNvPr id="94" name="Rectangle: Rounded Corners 93">
                <a:extLst>
                  <a:ext uri="{FF2B5EF4-FFF2-40B4-BE49-F238E27FC236}">
                    <a16:creationId xmlns:a16="http://schemas.microsoft.com/office/drawing/2014/main" id="{8CB0F89E-B297-CB7E-DB0B-E10559C72173}"/>
                  </a:ext>
                </a:extLst>
              </p:cNvPr>
              <p:cNvSpPr/>
              <p:nvPr/>
            </p:nvSpPr>
            <p:spPr>
              <a:xfrm>
                <a:off x="8967789" y="4226655"/>
                <a:ext cx="369697" cy="414338"/>
              </a:xfrm>
              <a:prstGeom prst="roundRect">
                <a:avLst>
                  <a:gd name="adj" fmla="val 32693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  <p:sp>
            <p:nvSpPr>
              <p:cNvPr id="95" name="Rectangle: Rounded Corners 94">
                <a:extLst>
                  <a:ext uri="{FF2B5EF4-FFF2-40B4-BE49-F238E27FC236}">
                    <a16:creationId xmlns:a16="http://schemas.microsoft.com/office/drawing/2014/main" id="{A9AAD778-D0F0-9F9B-3D42-F57CC38A7CFD}"/>
                  </a:ext>
                </a:extLst>
              </p:cNvPr>
              <p:cNvSpPr/>
              <p:nvPr/>
            </p:nvSpPr>
            <p:spPr>
              <a:xfrm>
                <a:off x="8844179" y="4248151"/>
                <a:ext cx="447240" cy="371475"/>
              </a:xfrm>
              <a:prstGeom prst="roundRect">
                <a:avLst>
                  <a:gd name="adj" fmla="val 32693"/>
                </a:avLst>
              </a:prstGeom>
              <a:solidFill>
                <a:schemeClr val="bg2"/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</p:grp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BEB8123B-2E39-815E-A8C0-4BE9B939AAFC}"/>
                </a:ext>
              </a:extLst>
            </p:cNvPr>
            <p:cNvGrpSpPr/>
            <p:nvPr/>
          </p:nvGrpSpPr>
          <p:grpSpPr>
            <a:xfrm>
              <a:off x="8844179" y="4695761"/>
              <a:ext cx="493307" cy="414338"/>
              <a:chOff x="8844179" y="4226655"/>
              <a:chExt cx="493307" cy="414338"/>
            </a:xfrm>
          </p:grpSpPr>
          <p:sp>
            <p:nvSpPr>
              <p:cNvPr id="92" name="Rectangle: Rounded Corners 91">
                <a:extLst>
                  <a:ext uri="{FF2B5EF4-FFF2-40B4-BE49-F238E27FC236}">
                    <a16:creationId xmlns:a16="http://schemas.microsoft.com/office/drawing/2014/main" id="{35A1653A-69FA-4BC2-6506-31FD5177AE9E}"/>
                  </a:ext>
                </a:extLst>
              </p:cNvPr>
              <p:cNvSpPr/>
              <p:nvPr/>
            </p:nvSpPr>
            <p:spPr>
              <a:xfrm>
                <a:off x="8967789" y="4226655"/>
                <a:ext cx="369697" cy="414338"/>
              </a:xfrm>
              <a:prstGeom prst="roundRect">
                <a:avLst>
                  <a:gd name="adj" fmla="val 32693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  <p:sp>
            <p:nvSpPr>
              <p:cNvPr id="93" name="Rectangle: Rounded Corners 92">
                <a:extLst>
                  <a:ext uri="{FF2B5EF4-FFF2-40B4-BE49-F238E27FC236}">
                    <a16:creationId xmlns:a16="http://schemas.microsoft.com/office/drawing/2014/main" id="{0FB8E1A0-2E53-5063-514F-7AA58C81EDC9}"/>
                  </a:ext>
                </a:extLst>
              </p:cNvPr>
              <p:cNvSpPr/>
              <p:nvPr/>
            </p:nvSpPr>
            <p:spPr>
              <a:xfrm>
                <a:off x="8844179" y="4248151"/>
                <a:ext cx="447240" cy="371475"/>
              </a:xfrm>
              <a:prstGeom prst="roundRect">
                <a:avLst>
                  <a:gd name="adj" fmla="val 32693"/>
                </a:avLst>
              </a:prstGeom>
              <a:solidFill>
                <a:schemeClr val="bg2"/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7853DD2-3577-5068-3BBC-CCACFD180375}"/>
                </a:ext>
              </a:extLst>
            </p:cNvPr>
            <p:cNvGrpSpPr/>
            <p:nvPr/>
          </p:nvGrpSpPr>
          <p:grpSpPr>
            <a:xfrm>
              <a:off x="8844179" y="5179218"/>
              <a:ext cx="493307" cy="414338"/>
              <a:chOff x="8844179" y="4226655"/>
              <a:chExt cx="493307" cy="414338"/>
            </a:xfrm>
          </p:grpSpPr>
          <p:sp>
            <p:nvSpPr>
              <p:cNvPr id="90" name="Rectangle: Rounded Corners 89">
                <a:extLst>
                  <a:ext uri="{FF2B5EF4-FFF2-40B4-BE49-F238E27FC236}">
                    <a16:creationId xmlns:a16="http://schemas.microsoft.com/office/drawing/2014/main" id="{D1A05ED8-8124-B011-9D33-E02B32B949DA}"/>
                  </a:ext>
                </a:extLst>
              </p:cNvPr>
              <p:cNvSpPr/>
              <p:nvPr/>
            </p:nvSpPr>
            <p:spPr>
              <a:xfrm>
                <a:off x="8967789" y="4226655"/>
                <a:ext cx="369697" cy="414338"/>
              </a:xfrm>
              <a:prstGeom prst="roundRect">
                <a:avLst>
                  <a:gd name="adj" fmla="val 32693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  <p:sp>
            <p:nvSpPr>
              <p:cNvPr id="91" name="Rectangle: Rounded Corners 90">
                <a:extLst>
                  <a:ext uri="{FF2B5EF4-FFF2-40B4-BE49-F238E27FC236}">
                    <a16:creationId xmlns:a16="http://schemas.microsoft.com/office/drawing/2014/main" id="{F80A1578-B53E-4901-4F4B-B9B9D529D8B5}"/>
                  </a:ext>
                </a:extLst>
              </p:cNvPr>
              <p:cNvSpPr/>
              <p:nvPr/>
            </p:nvSpPr>
            <p:spPr>
              <a:xfrm>
                <a:off x="8844179" y="4248151"/>
                <a:ext cx="447240" cy="371475"/>
              </a:xfrm>
              <a:prstGeom prst="roundRect">
                <a:avLst>
                  <a:gd name="adj" fmla="val 32693"/>
                </a:avLst>
              </a:prstGeom>
              <a:solidFill>
                <a:schemeClr val="bg2"/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</p:grpSp>
        <p:grpSp>
          <p:nvGrpSpPr>
            <p:cNvPr id="87" name="Group 86">
              <a:extLst>
                <a:ext uri="{FF2B5EF4-FFF2-40B4-BE49-F238E27FC236}">
                  <a16:creationId xmlns:a16="http://schemas.microsoft.com/office/drawing/2014/main" id="{870C07FD-5E49-3CF5-0243-B33068FA847F}"/>
                </a:ext>
              </a:extLst>
            </p:cNvPr>
            <p:cNvGrpSpPr/>
            <p:nvPr/>
          </p:nvGrpSpPr>
          <p:grpSpPr>
            <a:xfrm>
              <a:off x="8844179" y="5635164"/>
              <a:ext cx="493307" cy="414338"/>
              <a:chOff x="8844179" y="4226655"/>
              <a:chExt cx="493307" cy="414338"/>
            </a:xfrm>
          </p:grpSpPr>
          <p:sp>
            <p:nvSpPr>
              <p:cNvPr id="88" name="Rectangle: Rounded Corners 87">
                <a:extLst>
                  <a:ext uri="{FF2B5EF4-FFF2-40B4-BE49-F238E27FC236}">
                    <a16:creationId xmlns:a16="http://schemas.microsoft.com/office/drawing/2014/main" id="{7E7716DC-9D86-D75E-CAA6-E910486456EF}"/>
                  </a:ext>
                </a:extLst>
              </p:cNvPr>
              <p:cNvSpPr/>
              <p:nvPr/>
            </p:nvSpPr>
            <p:spPr>
              <a:xfrm>
                <a:off x="8967789" y="4226655"/>
                <a:ext cx="369697" cy="414338"/>
              </a:xfrm>
              <a:prstGeom prst="roundRect">
                <a:avLst>
                  <a:gd name="adj" fmla="val 32693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  <p:sp>
            <p:nvSpPr>
              <p:cNvPr id="89" name="Rectangle: Rounded Corners 88">
                <a:extLst>
                  <a:ext uri="{FF2B5EF4-FFF2-40B4-BE49-F238E27FC236}">
                    <a16:creationId xmlns:a16="http://schemas.microsoft.com/office/drawing/2014/main" id="{D79AB21C-86F6-0C58-DB9F-E09122A2D758}"/>
                  </a:ext>
                </a:extLst>
              </p:cNvPr>
              <p:cNvSpPr/>
              <p:nvPr/>
            </p:nvSpPr>
            <p:spPr>
              <a:xfrm>
                <a:off x="8844179" y="4248151"/>
                <a:ext cx="447240" cy="371475"/>
              </a:xfrm>
              <a:prstGeom prst="roundRect">
                <a:avLst>
                  <a:gd name="adj" fmla="val 32693"/>
                </a:avLst>
              </a:prstGeom>
              <a:solidFill>
                <a:schemeClr val="bg2"/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</p:grpSp>
      </p:grpSp>
      <p:pic>
        <p:nvPicPr>
          <p:cNvPr id="97" name="Graphic 96">
            <a:extLst>
              <a:ext uri="{FF2B5EF4-FFF2-40B4-BE49-F238E27FC236}">
                <a16:creationId xmlns:a16="http://schemas.microsoft.com/office/drawing/2014/main" id="{C1822348-34A4-1188-C9E3-517E12B0D7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31799" y="1752187"/>
            <a:ext cx="360000" cy="360000"/>
          </a:xfrm>
          <a:prstGeom prst="rect">
            <a:avLst/>
          </a:prstGeom>
        </p:spPr>
      </p:pic>
      <p:pic>
        <p:nvPicPr>
          <p:cNvPr id="99" name="Graphic 98">
            <a:extLst>
              <a:ext uri="{FF2B5EF4-FFF2-40B4-BE49-F238E27FC236}">
                <a16:creationId xmlns:a16="http://schemas.microsoft.com/office/drawing/2014/main" id="{71E9F895-325C-C15E-1E96-F768BAD791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04395" y="1412814"/>
            <a:ext cx="360000" cy="360000"/>
          </a:xfrm>
          <a:prstGeom prst="rect">
            <a:avLst/>
          </a:prstGeom>
        </p:spPr>
      </p:pic>
      <p:pic>
        <p:nvPicPr>
          <p:cNvPr id="101" name="Graphic 100">
            <a:extLst>
              <a:ext uri="{FF2B5EF4-FFF2-40B4-BE49-F238E27FC236}">
                <a16:creationId xmlns:a16="http://schemas.microsoft.com/office/drawing/2014/main" id="{0EB7FA93-2732-4E0B-9B91-11478571BE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212947" y="4489114"/>
            <a:ext cx="360000" cy="360000"/>
          </a:xfrm>
          <a:prstGeom prst="rect">
            <a:avLst/>
          </a:prstGeom>
        </p:spPr>
      </p:pic>
      <p:pic>
        <p:nvPicPr>
          <p:cNvPr id="105" name="Graphic 104">
            <a:extLst>
              <a:ext uri="{FF2B5EF4-FFF2-40B4-BE49-F238E27FC236}">
                <a16:creationId xmlns:a16="http://schemas.microsoft.com/office/drawing/2014/main" id="{EE7AE4EA-FE6A-69C8-7971-00980EBE6E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298769" y="4485339"/>
            <a:ext cx="360000" cy="360000"/>
          </a:xfrm>
          <a:prstGeom prst="rect">
            <a:avLst/>
          </a:prstGeom>
        </p:spPr>
      </p:pic>
      <p:grpSp>
        <p:nvGrpSpPr>
          <p:cNvPr id="109" name="Group 108">
            <a:extLst>
              <a:ext uri="{FF2B5EF4-FFF2-40B4-BE49-F238E27FC236}">
                <a16:creationId xmlns:a16="http://schemas.microsoft.com/office/drawing/2014/main" id="{3D77FBD6-CA99-5585-482B-E3DB1E7D3652}"/>
              </a:ext>
            </a:extLst>
          </p:cNvPr>
          <p:cNvGrpSpPr/>
          <p:nvPr/>
        </p:nvGrpSpPr>
        <p:grpSpPr>
          <a:xfrm>
            <a:off x="9035438" y="4541939"/>
            <a:ext cx="395133" cy="1522057"/>
            <a:chOff x="8844179" y="4200525"/>
            <a:chExt cx="493307" cy="1900222"/>
          </a:xfrm>
        </p:grpSpPr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EE03CA9B-4A37-D618-E115-7FBFCA6B9BB1}"/>
                </a:ext>
              </a:extLst>
            </p:cNvPr>
            <p:cNvCxnSpPr>
              <a:cxnSpLocks/>
            </p:cNvCxnSpPr>
            <p:nvPr/>
          </p:nvCxnSpPr>
          <p:spPr>
            <a:xfrm>
              <a:off x="9090832" y="4200525"/>
              <a:ext cx="0" cy="1900222"/>
            </a:xfrm>
            <a:prstGeom prst="line">
              <a:avLst/>
            </a:prstGeom>
            <a:ln w="76200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95DB8C00-6D45-ABBF-6BEB-D34D0569D617}"/>
                </a:ext>
              </a:extLst>
            </p:cNvPr>
            <p:cNvGrpSpPr/>
            <p:nvPr/>
          </p:nvGrpSpPr>
          <p:grpSpPr>
            <a:xfrm>
              <a:off x="8844179" y="4240942"/>
              <a:ext cx="493307" cy="414338"/>
              <a:chOff x="8844179" y="4226655"/>
              <a:chExt cx="493307" cy="414338"/>
            </a:xfrm>
          </p:grpSpPr>
          <p:sp>
            <p:nvSpPr>
              <p:cNvPr id="121" name="Rectangle: Rounded Corners 120">
                <a:extLst>
                  <a:ext uri="{FF2B5EF4-FFF2-40B4-BE49-F238E27FC236}">
                    <a16:creationId xmlns:a16="http://schemas.microsoft.com/office/drawing/2014/main" id="{4DFB7335-261F-B0F0-2C21-A3E5D81894C2}"/>
                  </a:ext>
                </a:extLst>
              </p:cNvPr>
              <p:cNvSpPr/>
              <p:nvPr/>
            </p:nvSpPr>
            <p:spPr>
              <a:xfrm>
                <a:off x="8967789" y="4226655"/>
                <a:ext cx="369697" cy="414338"/>
              </a:xfrm>
              <a:prstGeom prst="roundRect">
                <a:avLst>
                  <a:gd name="adj" fmla="val 32693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  <p:sp>
            <p:nvSpPr>
              <p:cNvPr id="122" name="Rectangle: Rounded Corners 121">
                <a:extLst>
                  <a:ext uri="{FF2B5EF4-FFF2-40B4-BE49-F238E27FC236}">
                    <a16:creationId xmlns:a16="http://schemas.microsoft.com/office/drawing/2014/main" id="{E37D772C-C473-9D9D-DF36-BCACEC6EC252}"/>
                  </a:ext>
                </a:extLst>
              </p:cNvPr>
              <p:cNvSpPr/>
              <p:nvPr/>
            </p:nvSpPr>
            <p:spPr>
              <a:xfrm>
                <a:off x="8844179" y="4248151"/>
                <a:ext cx="447240" cy="371475"/>
              </a:xfrm>
              <a:prstGeom prst="roundRect">
                <a:avLst>
                  <a:gd name="adj" fmla="val 32693"/>
                </a:avLst>
              </a:prstGeom>
              <a:solidFill>
                <a:schemeClr val="bg2"/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</p:grpSp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2B42B619-00A3-723B-EED8-3CA5C3BD00D8}"/>
                </a:ext>
              </a:extLst>
            </p:cNvPr>
            <p:cNvGrpSpPr/>
            <p:nvPr/>
          </p:nvGrpSpPr>
          <p:grpSpPr>
            <a:xfrm>
              <a:off x="8844179" y="4695761"/>
              <a:ext cx="493307" cy="414338"/>
              <a:chOff x="8844179" y="4226655"/>
              <a:chExt cx="493307" cy="414338"/>
            </a:xfrm>
          </p:grpSpPr>
          <p:sp>
            <p:nvSpPr>
              <p:cNvPr id="119" name="Rectangle: Rounded Corners 118">
                <a:extLst>
                  <a:ext uri="{FF2B5EF4-FFF2-40B4-BE49-F238E27FC236}">
                    <a16:creationId xmlns:a16="http://schemas.microsoft.com/office/drawing/2014/main" id="{934A66D8-B90B-E251-CFD9-B301BBD28A6D}"/>
                  </a:ext>
                </a:extLst>
              </p:cNvPr>
              <p:cNvSpPr/>
              <p:nvPr/>
            </p:nvSpPr>
            <p:spPr>
              <a:xfrm>
                <a:off x="8967789" y="4226655"/>
                <a:ext cx="369697" cy="414338"/>
              </a:xfrm>
              <a:prstGeom prst="roundRect">
                <a:avLst>
                  <a:gd name="adj" fmla="val 32693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  <p:sp>
            <p:nvSpPr>
              <p:cNvPr id="120" name="Rectangle: Rounded Corners 119">
                <a:extLst>
                  <a:ext uri="{FF2B5EF4-FFF2-40B4-BE49-F238E27FC236}">
                    <a16:creationId xmlns:a16="http://schemas.microsoft.com/office/drawing/2014/main" id="{54F0993E-9AEF-1AD9-F977-55ABA418BF45}"/>
                  </a:ext>
                </a:extLst>
              </p:cNvPr>
              <p:cNvSpPr/>
              <p:nvPr/>
            </p:nvSpPr>
            <p:spPr>
              <a:xfrm>
                <a:off x="8844179" y="4248151"/>
                <a:ext cx="447240" cy="371475"/>
              </a:xfrm>
              <a:prstGeom prst="roundRect">
                <a:avLst>
                  <a:gd name="adj" fmla="val 32693"/>
                </a:avLst>
              </a:prstGeom>
              <a:solidFill>
                <a:schemeClr val="bg2"/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</p:grpSp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ADE4D718-6E6D-6DB7-C6AB-A1881E1F65B6}"/>
                </a:ext>
              </a:extLst>
            </p:cNvPr>
            <p:cNvGrpSpPr/>
            <p:nvPr/>
          </p:nvGrpSpPr>
          <p:grpSpPr>
            <a:xfrm>
              <a:off x="8844179" y="5179218"/>
              <a:ext cx="493307" cy="414338"/>
              <a:chOff x="8844179" y="4226655"/>
              <a:chExt cx="493307" cy="414338"/>
            </a:xfrm>
          </p:grpSpPr>
          <p:sp>
            <p:nvSpPr>
              <p:cNvPr id="117" name="Rectangle: Rounded Corners 116">
                <a:extLst>
                  <a:ext uri="{FF2B5EF4-FFF2-40B4-BE49-F238E27FC236}">
                    <a16:creationId xmlns:a16="http://schemas.microsoft.com/office/drawing/2014/main" id="{E34093C4-32BB-ABB2-2EBC-97F94EB616F3}"/>
                  </a:ext>
                </a:extLst>
              </p:cNvPr>
              <p:cNvSpPr/>
              <p:nvPr/>
            </p:nvSpPr>
            <p:spPr>
              <a:xfrm>
                <a:off x="8967789" y="4226655"/>
                <a:ext cx="369697" cy="414338"/>
              </a:xfrm>
              <a:prstGeom prst="roundRect">
                <a:avLst>
                  <a:gd name="adj" fmla="val 32693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  <p:sp>
            <p:nvSpPr>
              <p:cNvPr id="118" name="Rectangle: Rounded Corners 117">
                <a:extLst>
                  <a:ext uri="{FF2B5EF4-FFF2-40B4-BE49-F238E27FC236}">
                    <a16:creationId xmlns:a16="http://schemas.microsoft.com/office/drawing/2014/main" id="{12224593-056C-B450-1360-E406D46793F5}"/>
                  </a:ext>
                </a:extLst>
              </p:cNvPr>
              <p:cNvSpPr/>
              <p:nvPr/>
            </p:nvSpPr>
            <p:spPr>
              <a:xfrm>
                <a:off x="8844179" y="4248151"/>
                <a:ext cx="447240" cy="371475"/>
              </a:xfrm>
              <a:prstGeom prst="roundRect">
                <a:avLst>
                  <a:gd name="adj" fmla="val 32693"/>
                </a:avLst>
              </a:prstGeom>
              <a:solidFill>
                <a:schemeClr val="bg2"/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65BEBF5E-E1AC-AC5F-744F-6AC35724ED25}"/>
                </a:ext>
              </a:extLst>
            </p:cNvPr>
            <p:cNvGrpSpPr/>
            <p:nvPr/>
          </p:nvGrpSpPr>
          <p:grpSpPr>
            <a:xfrm>
              <a:off x="8844179" y="5635164"/>
              <a:ext cx="493307" cy="414338"/>
              <a:chOff x="8844179" y="4226655"/>
              <a:chExt cx="493307" cy="414338"/>
            </a:xfrm>
          </p:grpSpPr>
          <p:sp>
            <p:nvSpPr>
              <p:cNvPr id="115" name="Rectangle: Rounded Corners 114">
                <a:extLst>
                  <a:ext uri="{FF2B5EF4-FFF2-40B4-BE49-F238E27FC236}">
                    <a16:creationId xmlns:a16="http://schemas.microsoft.com/office/drawing/2014/main" id="{FC9B1DF7-8C91-F390-C4EB-8CCA19572E47}"/>
                  </a:ext>
                </a:extLst>
              </p:cNvPr>
              <p:cNvSpPr/>
              <p:nvPr/>
            </p:nvSpPr>
            <p:spPr>
              <a:xfrm>
                <a:off x="8967789" y="4226655"/>
                <a:ext cx="369697" cy="414338"/>
              </a:xfrm>
              <a:prstGeom prst="roundRect">
                <a:avLst>
                  <a:gd name="adj" fmla="val 32693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  <p:sp>
            <p:nvSpPr>
              <p:cNvPr id="116" name="Rectangle: Rounded Corners 115">
                <a:extLst>
                  <a:ext uri="{FF2B5EF4-FFF2-40B4-BE49-F238E27FC236}">
                    <a16:creationId xmlns:a16="http://schemas.microsoft.com/office/drawing/2014/main" id="{C3A51645-3750-F0DF-908B-D9F64865F833}"/>
                  </a:ext>
                </a:extLst>
              </p:cNvPr>
              <p:cNvSpPr/>
              <p:nvPr/>
            </p:nvSpPr>
            <p:spPr>
              <a:xfrm>
                <a:off x="8844179" y="4248151"/>
                <a:ext cx="447240" cy="371475"/>
              </a:xfrm>
              <a:prstGeom prst="roundRect">
                <a:avLst>
                  <a:gd name="adj" fmla="val 32693"/>
                </a:avLst>
              </a:prstGeom>
              <a:solidFill>
                <a:schemeClr val="bg2"/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</p:grp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9606D340-7B87-2762-CAC2-93025E9DB57F}"/>
              </a:ext>
            </a:extLst>
          </p:cNvPr>
          <p:cNvGrpSpPr/>
          <p:nvPr/>
        </p:nvGrpSpPr>
        <p:grpSpPr>
          <a:xfrm>
            <a:off x="8304193" y="2797531"/>
            <a:ext cx="395133" cy="1522057"/>
            <a:chOff x="8844179" y="4200525"/>
            <a:chExt cx="493307" cy="1900222"/>
          </a:xfrm>
        </p:grpSpPr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3FB7E2C1-6FB3-2E94-8BBD-C5A4EB0B084A}"/>
                </a:ext>
              </a:extLst>
            </p:cNvPr>
            <p:cNvCxnSpPr>
              <a:cxnSpLocks/>
            </p:cNvCxnSpPr>
            <p:nvPr/>
          </p:nvCxnSpPr>
          <p:spPr>
            <a:xfrm>
              <a:off x="9090832" y="4200525"/>
              <a:ext cx="0" cy="1900222"/>
            </a:xfrm>
            <a:prstGeom prst="line">
              <a:avLst/>
            </a:prstGeom>
            <a:ln w="76200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7F2F322E-E5FE-2EA1-8706-9C479BA821F0}"/>
                </a:ext>
              </a:extLst>
            </p:cNvPr>
            <p:cNvGrpSpPr/>
            <p:nvPr/>
          </p:nvGrpSpPr>
          <p:grpSpPr>
            <a:xfrm>
              <a:off x="8844179" y="4240942"/>
              <a:ext cx="493307" cy="414338"/>
              <a:chOff x="8844179" y="4226655"/>
              <a:chExt cx="493307" cy="414338"/>
            </a:xfrm>
          </p:grpSpPr>
          <p:sp>
            <p:nvSpPr>
              <p:cNvPr id="135" name="Rectangle: Rounded Corners 134">
                <a:extLst>
                  <a:ext uri="{FF2B5EF4-FFF2-40B4-BE49-F238E27FC236}">
                    <a16:creationId xmlns:a16="http://schemas.microsoft.com/office/drawing/2014/main" id="{4C798790-F5E1-16D1-E686-59A3732E72E8}"/>
                  </a:ext>
                </a:extLst>
              </p:cNvPr>
              <p:cNvSpPr/>
              <p:nvPr/>
            </p:nvSpPr>
            <p:spPr>
              <a:xfrm>
                <a:off x="8967789" y="4226655"/>
                <a:ext cx="369697" cy="414338"/>
              </a:xfrm>
              <a:prstGeom prst="roundRect">
                <a:avLst>
                  <a:gd name="adj" fmla="val 32693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  <p:sp>
            <p:nvSpPr>
              <p:cNvPr id="136" name="Rectangle: Rounded Corners 135">
                <a:extLst>
                  <a:ext uri="{FF2B5EF4-FFF2-40B4-BE49-F238E27FC236}">
                    <a16:creationId xmlns:a16="http://schemas.microsoft.com/office/drawing/2014/main" id="{B46643AE-3F12-50C4-5F27-F62D6122CE56}"/>
                  </a:ext>
                </a:extLst>
              </p:cNvPr>
              <p:cNvSpPr/>
              <p:nvPr/>
            </p:nvSpPr>
            <p:spPr>
              <a:xfrm>
                <a:off x="8844179" y="4248151"/>
                <a:ext cx="447240" cy="371475"/>
              </a:xfrm>
              <a:prstGeom prst="roundRect">
                <a:avLst>
                  <a:gd name="adj" fmla="val 32693"/>
                </a:avLst>
              </a:prstGeom>
              <a:solidFill>
                <a:schemeClr val="bg2"/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6A742D9F-CF06-53C0-AEA9-A78A7598B912}"/>
                </a:ext>
              </a:extLst>
            </p:cNvPr>
            <p:cNvGrpSpPr/>
            <p:nvPr/>
          </p:nvGrpSpPr>
          <p:grpSpPr>
            <a:xfrm>
              <a:off x="8844179" y="4695761"/>
              <a:ext cx="493307" cy="414338"/>
              <a:chOff x="8844179" y="4226655"/>
              <a:chExt cx="493307" cy="414338"/>
            </a:xfrm>
          </p:grpSpPr>
          <p:sp>
            <p:nvSpPr>
              <p:cNvPr id="133" name="Rectangle: Rounded Corners 132">
                <a:extLst>
                  <a:ext uri="{FF2B5EF4-FFF2-40B4-BE49-F238E27FC236}">
                    <a16:creationId xmlns:a16="http://schemas.microsoft.com/office/drawing/2014/main" id="{F3D3247C-CD3A-9DFA-E906-0D543029E5CE}"/>
                  </a:ext>
                </a:extLst>
              </p:cNvPr>
              <p:cNvSpPr/>
              <p:nvPr/>
            </p:nvSpPr>
            <p:spPr>
              <a:xfrm>
                <a:off x="8967789" y="4226655"/>
                <a:ext cx="369697" cy="414338"/>
              </a:xfrm>
              <a:prstGeom prst="roundRect">
                <a:avLst>
                  <a:gd name="adj" fmla="val 32693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  <p:sp>
            <p:nvSpPr>
              <p:cNvPr id="134" name="Rectangle: Rounded Corners 133">
                <a:extLst>
                  <a:ext uri="{FF2B5EF4-FFF2-40B4-BE49-F238E27FC236}">
                    <a16:creationId xmlns:a16="http://schemas.microsoft.com/office/drawing/2014/main" id="{E14848AF-09AF-3A05-2DC0-8015E1384961}"/>
                  </a:ext>
                </a:extLst>
              </p:cNvPr>
              <p:cNvSpPr/>
              <p:nvPr/>
            </p:nvSpPr>
            <p:spPr>
              <a:xfrm>
                <a:off x="8844179" y="4248151"/>
                <a:ext cx="447240" cy="371475"/>
              </a:xfrm>
              <a:prstGeom prst="roundRect">
                <a:avLst>
                  <a:gd name="adj" fmla="val 32693"/>
                </a:avLst>
              </a:prstGeom>
              <a:solidFill>
                <a:schemeClr val="bg2"/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B85E0E74-EBED-BFE6-2CA3-80BB4A423658}"/>
                </a:ext>
              </a:extLst>
            </p:cNvPr>
            <p:cNvGrpSpPr/>
            <p:nvPr/>
          </p:nvGrpSpPr>
          <p:grpSpPr>
            <a:xfrm>
              <a:off x="8844179" y="5179218"/>
              <a:ext cx="493307" cy="414338"/>
              <a:chOff x="8844179" y="4226655"/>
              <a:chExt cx="493307" cy="414338"/>
            </a:xfrm>
          </p:grpSpPr>
          <p:sp>
            <p:nvSpPr>
              <p:cNvPr id="131" name="Rectangle: Rounded Corners 130">
                <a:extLst>
                  <a:ext uri="{FF2B5EF4-FFF2-40B4-BE49-F238E27FC236}">
                    <a16:creationId xmlns:a16="http://schemas.microsoft.com/office/drawing/2014/main" id="{300D4F57-4F67-3629-E7AB-1C63DCF7893B}"/>
                  </a:ext>
                </a:extLst>
              </p:cNvPr>
              <p:cNvSpPr/>
              <p:nvPr/>
            </p:nvSpPr>
            <p:spPr>
              <a:xfrm>
                <a:off x="8967789" y="4226655"/>
                <a:ext cx="369697" cy="414338"/>
              </a:xfrm>
              <a:prstGeom prst="roundRect">
                <a:avLst>
                  <a:gd name="adj" fmla="val 32693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  <p:sp>
            <p:nvSpPr>
              <p:cNvPr id="132" name="Rectangle: Rounded Corners 131">
                <a:extLst>
                  <a:ext uri="{FF2B5EF4-FFF2-40B4-BE49-F238E27FC236}">
                    <a16:creationId xmlns:a16="http://schemas.microsoft.com/office/drawing/2014/main" id="{3735F698-5B6E-5E8A-545F-9A6879689D8B}"/>
                  </a:ext>
                </a:extLst>
              </p:cNvPr>
              <p:cNvSpPr/>
              <p:nvPr/>
            </p:nvSpPr>
            <p:spPr>
              <a:xfrm>
                <a:off x="8844179" y="4248151"/>
                <a:ext cx="447240" cy="371475"/>
              </a:xfrm>
              <a:prstGeom prst="roundRect">
                <a:avLst>
                  <a:gd name="adj" fmla="val 32693"/>
                </a:avLst>
              </a:prstGeom>
              <a:solidFill>
                <a:schemeClr val="bg2"/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</p:grp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103A031C-B0DC-53F2-B0F1-F85CEDF98430}"/>
                </a:ext>
              </a:extLst>
            </p:cNvPr>
            <p:cNvGrpSpPr/>
            <p:nvPr/>
          </p:nvGrpSpPr>
          <p:grpSpPr>
            <a:xfrm>
              <a:off x="8844179" y="5635164"/>
              <a:ext cx="493307" cy="414338"/>
              <a:chOff x="8844179" y="4226655"/>
              <a:chExt cx="493307" cy="414338"/>
            </a:xfrm>
          </p:grpSpPr>
          <p:sp>
            <p:nvSpPr>
              <p:cNvPr id="129" name="Rectangle: Rounded Corners 128">
                <a:extLst>
                  <a:ext uri="{FF2B5EF4-FFF2-40B4-BE49-F238E27FC236}">
                    <a16:creationId xmlns:a16="http://schemas.microsoft.com/office/drawing/2014/main" id="{7F7BFBCC-5109-E51F-7C9E-662F266ED197}"/>
                  </a:ext>
                </a:extLst>
              </p:cNvPr>
              <p:cNvSpPr/>
              <p:nvPr/>
            </p:nvSpPr>
            <p:spPr>
              <a:xfrm>
                <a:off x="8967789" y="4226655"/>
                <a:ext cx="369697" cy="414338"/>
              </a:xfrm>
              <a:prstGeom prst="roundRect">
                <a:avLst>
                  <a:gd name="adj" fmla="val 32693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  <p:sp>
            <p:nvSpPr>
              <p:cNvPr id="130" name="Rectangle: Rounded Corners 129">
                <a:extLst>
                  <a:ext uri="{FF2B5EF4-FFF2-40B4-BE49-F238E27FC236}">
                    <a16:creationId xmlns:a16="http://schemas.microsoft.com/office/drawing/2014/main" id="{716E314F-0609-7E40-6023-25FEEF54BEC1}"/>
                  </a:ext>
                </a:extLst>
              </p:cNvPr>
              <p:cNvSpPr/>
              <p:nvPr/>
            </p:nvSpPr>
            <p:spPr>
              <a:xfrm>
                <a:off x="8844179" y="4248151"/>
                <a:ext cx="447240" cy="371475"/>
              </a:xfrm>
              <a:prstGeom prst="roundRect">
                <a:avLst>
                  <a:gd name="adj" fmla="val 32693"/>
                </a:avLst>
              </a:prstGeom>
              <a:solidFill>
                <a:schemeClr val="bg2"/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</p:grpSp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3E507BB4-2659-4770-84B0-F326F99358DC}"/>
              </a:ext>
            </a:extLst>
          </p:cNvPr>
          <p:cNvGrpSpPr/>
          <p:nvPr/>
        </p:nvGrpSpPr>
        <p:grpSpPr>
          <a:xfrm>
            <a:off x="8304193" y="4541939"/>
            <a:ext cx="395133" cy="1522057"/>
            <a:chOff x="8844179" y="4200525"/>
            <a:chExt cx="493307" cy="1900222"/>
          </a:xfrm>
        </p:grpSpPr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1D84C24C-E904-79D4-547E-AF0FD7419C6C}"/>
                </a:ext>
              </a:extLst>
            </p:cNvPr>
            <p:cNvCxnSpPr>
              <a:cxnSpLocks/>
            </p:cNvCxnSpPr>
            <p:nvPr/>
          </p:nvCxnSpPr>
          <p:spPr>
            <a:xfrm>
              <a:off x="9090832" y="4200525"/>
              <a:ext cx="0" cy="1900222"/>
            </a:xfrm>
            <a:prstGeom prst="line">
              <a:avLst/>
            </a:prstGeom>
            <a:ln w="76200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5EC8EF26-26DD-B92D-F80A-D7250140023A}"/>
                </a:ext>
              </a:extLst>
            </p:cNvPr>
            <p:cNvGrpSpPr/>
            <p:nvPr/>
          </p:nvGrpSpPr>
          <p:grpSpPr>
            <a:xfrm>
              <a:off x="8844179" y="4240942"/>
              <a:ext cx="493307" cy="414338"/>
              <a:chOff x="8844179" y="4226655"/>
              <a:chExt cx="493307" cy="414338"/>
            </a:xfrm>
          </p:grpSpPr>
          <p:sp>
            <p:nvSpPr>
              <p:cNvPr id="149" name="Rectangle: Rounded Corners 148">
                <a:extLst>
                  <a:ext uri="{FF2B5EF4-FFF2-40B4-BE49-F238E27FC236}">
                    <a16:creationId xmlns:a16="http://schemas.microsoft.com/office/drawing/2014/main" id="{FFECFB33-4F06-93C4-52AD-6C522428B8F1}"/>
                  </a:ext>
                </a:extLst>
              </p:cNvPr>
              <p:cNvSpPr/>
              <p:nvPr/>
            </p:nvSpPr>
            <p:spPr>
              <a:xfrm>
                <a:off x="8967789" y="4226655"/>
                <a:ext cx="369697" cy="414338"/>
              </a:xfrm>
              <a:prstGeom prst="roundRect">
                <a:avLst>
                  <a:gd name="adj" fmla="val 32693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  <p:sp>
            <p:nvSpPr>
              <p:cNvPr id="150" name="Rectangle: Rounded Corners 149">
                <a:extLst>
                  <a:ext uri="{FF2B5EF4-FFF2-40B4-BE49-F238E27FC236}">
                    <a16:creationId xmlns:a16="http://schemas.microsoft.com/office/drawing/2014/main" id="{BA0F49CB-6235-1DD3-2002-F995095BEB18}"/>
                  </a:ext>
                </a:extLst>
              </p:cNvPr>
              <p:cNvSpPr/>
              <p:nvPr/>
            </p:nvSpPr>
            <p:spPr>
              <a:xfrm>
                <a:off x="8844179" y="4248151"/>
                <a:ext cx="447240" cy="371475"/>
              </a:xfrm>
              <a:prstGeom prst="roundRect">
                <a:avLst>
                  <a:gd name="adj" fmla="val 32693"/>
                </a:avLst>
              </a:prstGeom>
              <a:solidFill>
                <a:schemeClr val="bg2"/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CCDE88FF-71DA-E824-53BA-89647E08DE47}"/>
                </a:ext>
              </a:extLst>
            </p:cNvPr>
            <p:cNvGrpSpPr/>
            <p:nvPr/>
          </p:nvGrpSpPr>
          <p:grpSpPr>
            <a:xfrm>
              <a:off x="8844179" y="4695761"/>
              <a:ext cx="493307" cy="414338"/>
              <a:chOff x="8844179" y="4226655"/>
              <a:chExt cx="493307" cy="414338"/>
            </a:xfrm>
          </p:grpSpPr>
          <p:sp>
            <p:nvSpPr>
              <p:cNvPr id="147" name="Rectangle: Rounded Corners 146">
                <a:extLst>
                  <a:ext uri="{FF2B5EF4-FFF2-40B4-BE49-F238E27FC236}">
                    <a16:creationId xmlns:a16="http://schemas.microsoft.com/office/drawing/2014/main" id="{AA86BCF0-E578-2C37-ECE6-6BA000AF0CF0}"/>
                  </a:ext>
                </a:extLst>
              </p:cNvPr>
              <p:cNvSpPr/>
              <p:nvPr/>
            </p:nvSpPr>
            <p:spPr>
              <a:xfrm>
                <a:off x="8967789" y="4226655"/>
                <a:ext cx="369697" cy="414338"/>
              </a:xfrm>
              <a:prstGeom prst="roundRect">
                <a:avLst>
                  <a:gd name="adj" fmla="val 32693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  <p:sp>
            <p:nvSpPr>
              <p:cNvPr id="148" name="Rectangle: Rounded Corners 147">
                <a:extLst>
                  <a:ext uri="{FF2B5EF4-FFF2-40B4-BE49-F238E27FC236}">
                    <a16:creationId xmlns:a16="http://schemas.microsoft.com/office/drawing/2014/main" id="{E27B1881-D70B-505B-BA44-EC6003ACADFF}"/>
                  </a:ext>
                </a:extLst>
              </p:cNvPr>
              <p:cNvSpPr/>
              <p:nvPr/>
            </p:nvSpPr>
            <p:spPr>
              <a:xfrm>
                <a:off x="8844179" y="4248151"/>
                <a:ext cx="447240" cy="371475"/>
              </a:xfrm>
              <a:prstGeom prst="roundRect">
                <a:avLst>
                  <a:gd name="adj" fmla="val 32693"/>
                </a:avLst>
              </a:prstGeom>
              <a:solidFill>
                <a:schemeClr val="bg2"/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C1C4AED2-9CBD-3D5E-428B-64BB17A90F62}"/>
                </a:ext>
              </a:extLst>
            </p:cNvPr>
            <p:cNvGrpSpPr/>
            <p:nvPr/>
          </p:nvGrpSpPr>
          <p:grpSpPr>
            <a:xfrm>
              <a:off x="8844179" y="5179218"/>
              <a:ext cx="493307" cy="414338"/>
              <a:chOff x="8844179" y="4226655"/>
              <a:chExt cx="493307" cy="414338"/>
            </a:xfrm>
          </p:grpSpPr>
          <p:sp>
            <p:nvSpPr>
              <p:cNvPr id="145" name="Rectangle: Rounded Corners 144">
                <a:extLst>
                  <a:ext uri="{FF2B5EF4-FFF2-40B4-BE49-F238E27FC236}">
                    <a16:creationId xmlns:a16="http://schemas.microsoft.com/office/drawing/2014/main" id="{4510BBD6-83C5-8730-9C9C-CEA8B1C1C976}"/>
                  </a:ext>
                </a:extLst>
              </p:cNvPr>
              <p:cNvSpPr/>
              <p:nvPr/>
            </p:nvSpPr>
            <p:spPr>
              <a:xfrm>
                <a:off x="8967789" y="4226655"/>
                <a:ext cx="369697" cy="414338"/>
              </a:xfrm>
              <a:prstGeom prst="roundRect">
                <a:avLst>
                  <a:gd name="adj" fmla="val 32693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  <p:sp>
            <p:nvSpPr>
              <p:cNvPr id="146" name="Rectangle: Rounded Corners 145">
                <a:extLst>
                  <a:ext uri="{FF2B5EF4-FFF2-40B4-BE49-F238E27FC236}">
                    <a16:creationId xmlns:a16="http://schemas.microsoft.com/office/drawing/2014/main" id="{827BD276-4037-F071-86DF-61BED1EDFE14}"/>
                  </a:ext>
                </a:extLst>
              </p:cNvPr>
              <p:cNvSpPr/>
              <p:nvPr/>
            </p:nvSpPr>
            <p:spPr>
              <a:xfrm>
                <a:off x="8844179" y="4248151"/>
                <a:ext cx="447240" cy="371475"/>
              </a:xfrm>
              <a:prstGeom prst="roundRect">
                <a:avLst>
                  <a:gd name="adj" fmla="val 32693"/>
                </a:avLst>
              </a:prstGeom>
              <a:solidFill>
                <a:schemeClr val="bg2"/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</p:grpSp>
        <p:grpSp>
          <p:nvGrpSpPr>
            <p:cNvPr id="142" name="Group 141">
              <a:extLst>
                <a:ext uri="{FF2B5EF4-FFF2-40B4-BE49-F238E27FC236}">
                  <a16:creationId xmlns:a16="http://schemas.microsoft.com/office/drawing/2014/main" id="{3AF07552-E5E8-6248-2DB3-01D286E8C55D}"/>
                </a:ext>
              </a:extLst>
            </p:cNvPr>
            <p:cNvGrpSpPr/>
            <p:nvPr/>
          </p:nvGrpSpPr>
          <p:grpSpPr>
            <a:xfrm>
              <a:off x="8844179" y="5635164"/>
              <a:ext cx="493307" cy="414338"/>
              <a:chOff x="8844179" y="4226655"/>
              <a:chExt cx="493307" cy="414338"/>
            </a:xfrm>
          </p:grpSpPr>
          <p:sp>
            <p:nvSpPr>
              <p:cNvPr id="143" name="Rectangle: Rounded Corners 142">
                <a:extLst>
                  <a:ext uri="{FF2B5EF4-FFF2-40B4-BE49-F238E27FC236}">
                    <a16:creationId xmlns:a16="http://schemas.microsoft.com/office/drawing/2014/main" id="{B8BE91CA-7D21-60C2-C287-8A84C2D8D1EA}"/>
                  </a:ext>
                </a:extLst>
              </p:cNvPr>
              <p:cNvSpPr/>
              <p:nvPr/>
            </p:nvSpPr>
            <p:spPr>
              <a:xfrm>
                <a:off x="8967789" y="4226655"/>
                <a:ext cx="369697" cy="414338"/>
              </a:xfrm>
              <a:prstGeom prst="roundRect">
                <a:avLst>
                  <a:gd name="adj" fmla="val 32693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  <p:sp>
            <p:nvSpPr>
              <p:cNvPr id="144" name="Rectangle: Rounded Corners 143">
                <a:extLst>
                  <a:ext uri="{FF2B5EF4-FFF2-40B4-BE49-F238E27FC236}">
                    <a16:creationId xmlns:a16="http://schemas.microsoft.com/office/drawing/2014/main" id="{DE084D5C-5DCE-B707-10AD-A5154134423D}"/>
                  </a:ext>
                </a:extLst>
              </p:cNvPr>
              <p:cNvSpPr/>
              <p:nvPr/>
            </p:nvSpPr>
            <p:spPr>
              <a:xfrm>
                <a:off x="8844179" y="4248151"/>
                <a:ext cx="447240" cy="371475"/>
              </a:xfrm>
              <a:prstGeom prst="roundRect">
                <a:avLst>
                  <a:gd name="adj" fmla="val 32693"/>
                </a:avLst>
              </a:prstGeom>
              <a:solidFill>
                <a:schemeClr val="bg2"/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</p:grpSp>
      </p:grpSp>
      <p:pic>
        <p:nvPicPr>
          <p:cNvPr id="152" name="Graphic 151">
            <a:extLst>
              <a:ext uri="{FF2B5EF4-FFF2-40B4-BE49-F238E27FC236}">
                <a16:creationId xmlns:a16="http://schemas.microsoft.com/office/drawing/2014/main" id="{F7160AB9-5AEE-DE6F-2413-BD22132286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0318190" y="4924558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562440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76222-0F06-5847-29E9-EF94AAC0D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5CFAD75-4B2B-237D-AB6E-A528A6D73DC5}"/>
              </a:ext>
            </a:extLst>
          </p:cNvPr>
          <p:cNvSpPr/>
          <p:nvPr/>
        </p:nvSpPr>
        <p:spPr>
          <a:xfrm>
            <a:off x="1533525" y="1666874"/>
            <a:ext cx="4227320" cy="48863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6A21BC-439F-5606-E965-6672C47BF51B}"/>
              </a:ext>
            </a:extLst>
          </p:cNvPr>
          <p:cNvSpPr/>
          <p:nvPr/>
        </p:nvSpPr>
        <p:spPr>
          <a:xfrm>
            <a:off x="7087802" y="123826"/>
            <a:ext cx="4675573" cy="642937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43FD9F1-F7D5-C472-FF61-61E9630B78BF}"/>
              </a:ext>
            </a:extLst>
          </p:cNvPr>
          <p:cNvSpPr/>
          <p:nvPr/>
        </p:nvSpPr>
        <p:spPr>
          <a:xfrm>
            <a:off x="5760845" y="1666875"/>
            <a:ext cx="1326957" cy="4886324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pic>
        <p:nvPicPr>
          <p:cNvPr id="11" name="Graphic 10" descr="Computer with solid fill">
            <a:extLst>
              <a:ext uri="{FF2B5EF4-FFF2-40B4-BE49-F238E27FC236}">
                <a16:creationId xmlns:a16="http://schemas.microsoft.com/office/drawing/2014/main" id="{B747967F-08B0-A2BD-D75B-61CF1117E09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87515" y="5743575"/>
            <a:ext cx="873615" cy="909740"/>
          </a:xfrm>
          <a:prstGeom prst="rect">
            <a:avLst/>
          </a:prstGeom>
        </p:spPr>
      </p:pic>
      <p:pic>
        <p:nvPicPr>
          <p:cNvPr id="12" name="Graphic 11" descr="Computer with solid fill">
            <a:extLst>
              <a:ext uri="{FF2B5EF4-FFF2-40B4-BE49-F238E27FC236}">
                <a16:creationId xmlns:a16="http://schemas.microsoft.com/office/drawing/2014/main" id="{3240F32C-54A2-E17C-6254-25FC991EA5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87515" y="4393228"/>
            <a:ext cx="873615" cy="909740"/>
          </a:xfrm>
          <a:prstGeom prst="rect">
            <a:avLst/>
          </a:prstGeom>
        </p:spPr>
      </p:pic>
      <p:pic>
        <p:nvPicPr>
          <p:cNvPr id="13" name="Graphic 12" descr="Smart Phone with solid fill">
            <a:extLst>
              <a:ext uri="{FF2B5EF4-FFF2-40B4-BE49-F238E27FC236}">
                <a16:creationId xmlns:a16="http://schemas.microsoft.com/office/drawing/2014/main" id="{1189BF84-8007-379D-0E72-758BE54178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6064761" y="3532342"/>
            <a:ext cx="507489" cy="507489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88EFE06A-EC08-0F55-6BBD-EA9774F6A3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97242" y="4278541"/>
            <a:ext cx="976313" cy="817563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227D2D7A-3567-F9FF-D2E0-6E5AE32A26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90167" y="1709040"/>
            <a:ext cx="732922" cy="643541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BE63C019-A335-5DA2-9EA4-860E260140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042505" y="1820105"/>
            <a:ext cx="568521" cy="536166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F688076B-45B3-6638-4908-9E52662E49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92569" y="5937988"/>
            <a:ext cx="835603" cy="564685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79B3E32E-21FD-4374-DE36-819F83CAA1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03712" y="145513"/>
            <a:ext cx="900377" cy="60845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915D76F6-CEFC-A72B-3357-990AE84D7C3C}"/>
              </a:ext>
            </a:extLst>
          </p:cNvPr>
          <p:cNvSpPr txBox="1"/>
          <p:nvPr/>
        </p:nvSpPr>
        <p:spPr>
          <a:xfrm>
            <a:off x="6997748" y="2366867"/>
            <a:ext cx="14966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>
                <a:solidFill>
                  <a:schemeClr val="accent6">
                    <a:lumMod val="50000"/>
                  </a:schemeClr>
                </a:solidFill>
              </a:rPr>
              <a:t>Pesakit Beratur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5963FA-CD1B-CBD7-AD21-6A7ECCD5EEFB}"/>
              </a:ext>
            </a:extLst>
          </p:cNvPr>
          <p:cNvSpPr txBox="1"/>
          <p:nvPr/>
        </p:nvSpPr>
        <p:spPr>
          <a:xfrm>
            <a:off x="9734141" y="4629764"/>
            <a:ext cx="14966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>
                <a:solidFill>
                  <a:schemeClr val="accent6">
                    <a:lumMod val="50000"/>
                  </a:schemeClr>
                </a:solidFill>
              </a:rPr>
              <a:t>Ruang Menunggu</a:t>
            </a:r>
            <a:endParaRPr lang="en-MY" sz="1400" i="1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B92AA2-1E75-6EB2-733D-E0D880E4320C}"/>
              </a:ext>
            </a:extLst>
          </p:cNvPr>
          <p:cNvSpPr txBox="1"/>
          <p:nvPr/>
        </p:nvSpPr>
        <p:spPr>
          <a:xfrm>
            <a:off x="3807452" y="1633093"/>
            <a:ext cx="11927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>
                <a:solidFill>
                  <a:schemeClr val="accent1">
                    <a:lumMod val="50000"/>
                  </a:schemeClr>
                </a:solidFill>
              </a:rPr>
              <a:t>Farmasi</a:t>
            </a:r>
            <a:endParaRPr lang="en-MY" sz="1400" i="1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76E517E-47CC-3330-76F8-6DA72E4A350F}"/>
              </a:ext>
            </a:extLst>
          </p:cNvPr>
          <p:cNvSpPr txBox="1"/>
          <p:nvPr/>
        </p:nvSpPr>
        <p:spPr>
          <a:xfrm>
            <a:off x="5675984" y="6548493"/>
            <a:ext cx="14966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/>
              <a:t>Kaunter Dispens</a:t>
            </a:r>
            <a:endParaRPr lang="en-MY" sz="1400" i="1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4DACC550-D8CD-2EF4-8A65-7333DF8BCBA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010" t="65055" r="55156" b="3957"/>
          <a:stretch>
            <a:fillRect/>
          </a:stretch>
        </p:blipFill>
        <p:spPr>
          <a:xfrm rot="16200000">
            <a:off x="5013648" y="-164319"/>
            <a:ext cx="902490" cy="200211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9B679EF0-0A7B-8EB6-6859-288FBFBE8B8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00" t="5278" r="56947" b="65391"/>
          <a:stretch>
            <a:fillRect/>
          </a:stretch>
        </p:blipFill>
        <p:spPr>
          <a:xfrm rot="16038852">
            <a:off x="4460985" y="-215524"/>
            <a:ext cx="932278" cy="18587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8004AD57-5D0E-ACE1-3AC1-AA88D600A8CB}"/>
              </a:ext>
            </a:extLst>
          </p:cNvPr>
          <p:cNvSpPr txBox="1"/>
          <p:nvPr/>
        </p:nvSpPr>
        <p:spPr>
          <a:xfrm>
            <a:off x="5675984" y="1363803"/>
            <a:ext cx="14966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/>
              <a:t>Kaunter Nombor</a:t>
            </a:r>
            <a:endParaRPr lang="en-MY" sz="1400" i="1"/>
          </a:p>
        </p:txBody>
      </p:sp>
      <p:sp>
        <p:nvSpPr>
          <p:cNvPr id="41" name="Title 1">
            <a:extLst>
              <a:ext uri="{FF2B5EF4-FFF2-40B4-BE49-F238E27FC236}">
                <a16:creationId xmlns:a16="http://schemas.microsoft.com/office/drawing/2014/main" id="{69FA5212-2630-403B-5752-F83D6C6902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8065" y="223082"/>
            <a:ext cx="3238032" cy="1115572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 noProof="1">
                <a:latin typeface="Roboto" panose="02000000000000000000" pitchFamily="2" charset="0"/>
                <a:ea typeface="Roboto" panose="02000000000000000000" pitchFamily="2" charset="0"/>
              </a:rPr>
              <a:t>FARMASI</a:t>
            </a:r>
            <a:br>
              <a:rPr lang="en-US" sz="3200" b="1" noProof="1">
                <a:latin typeface="Roboto" panose="02000000000000000000" pitchFamily="2" charset="0"/>
                <a:ea typeface="Roboto" panose="02000000000000000000" pitchFamily="2" charset="0"/>
              </a:rPr>
            </a:br>
            <a:r>
              <a:rPr lang="en-US" sz="3200" b="1" noProof="1">
                <a:latin typeface="Roboto" panose="02000000000000000000" pitchFamily="2" charset="0"/>
                <a:ea typeface="Roboto" panose="02000000000000000000" pitchFamily="2" charset="0"/>
              </a:rPr>
              <a:t>PESAKIT LUAR</a:t>
            </a:r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646A462-7B9B-764A-A0BF-54DF332369DB}"/>
              </a:ext>
            </a:extLst>
          </p:cNvPr>
          <p:cNvGrpSpPr/>
          <p:nvPr/>
        </p:nvGrpSpPr>
        <p:grpSpPr>
          <a:xfrm>
            <a:off x="9035438" y="2797531"/>
            <a:ext cx="395133" cy="1522057"/>
            <a:chOff x="8844179" y="4200525"/>
            <a:chExt cx="493307" cy="1900222"/>
          </a:xfrm>
        </p:grpSpPr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55BD1AFC-769A-2D0C-DD94-88A5978771F7}"/>
                </a:ext>
              </a:extLst>
            </p:cNvPr>
            <p:cNvCxnSpPr>
              <a:cxnSpLocks/>
            </p:cNvCxnSpPr>
            <p:nvPr/>
          </p:nvCxnSpPr>
          <p:spPr>
            <a:xfrm>
              <a:off x="9090832" y="4200525"/>
              <a:ext cx="0" cy="1900222"/>
            </a:xfrm>
            <a:prstGeom prst="line">
              <a:avLst/>
            </a:prstGeom>
            <a:ln w="76200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06E43065-680A-5809-4A61-471CB2FF92AC}"/>
                </a:ext>
              </a:extLst>
            </p:cNvPr>
            <p:cNvGrpSpPr/>
            <p:nvPr/>
          </p:nvGrpSpPr>
          <p:grpSpPr>
            <a:xfrm>
              <a:off x="8844179" y="4240942"/>
              <a:ext cx="493307" cy="414338"/>
              <a:chOff x="8844179" y="4226655"/>
              <a:chExt cx="493307" cy="414338"/>
            </a:xfrm>
          </p:grpSpPr>
          <p:sp>
            <p:nvSpPr>
              <p:cNvPr id="94" name="Rectangle: Rounded Corners 93">
                <a:extLst>
                  <a:ext uri="{FF2B5EF4-FFF2-40B4-BE49-F238E27FC236}">
                    <a16:creationId xmlns:a16="http://schemas.microsoft.com/office/drawing/2014/main" id="{72457D3C-9A18-4BCF-D231-3FC50011EBA1}"/>
                  </a:ext>
                </a:extLst>
              </p:cNvPr>
              <p:cNvSpPr/>
              <p:nvPr/>
            </p:nvSpPr>
            <p:spPr>
              <a:xfrm>
                <a:off x="8967789" y="4226655"/>
                <a:ext cx="369697" cy="414338"/>
              </a:xfrm>
              <a:prstGeom prst="roundRect">
                <a:avLst>
                  <a:gd name="adj" fmla="val 32693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  <p:sp>
            <p:nvSpPr>
              <p:cNvPr id="95" name="Rectangle: Rounded Corners 94">
                <a:extLst>
                  <a:ext uri="{FF2B5EF4-FFF2-40B4-BE49-F238E27FC236}">
                    <a16:creationId xmlns:a16="http://schemas.microsoft.com/office/drawing/2014/main" id="{3F14C748-1F9D-4D50-AF00-F0E547F53FB0}"/>
                  </a:ext>
                </a:extLst>
              </p:cNvPr>
              <p:cNvSpPr/>
              <p:nvPr/>
            </p:nvSpPr>
            <p:spPr>
              <a:xfrm>
                <a:off x="8844179" y="4248151"/>
                <a:ext cx="447240" cy="371475"/>
              </a:xfrm>
              <a:prstGeom prst="roundRect">
                <a:avLst>
                  <a:gd name="adj" fmla="val 32693"/>
                </a:avLst>
              </a:prstGeom>
              <a:solidFill>
                <a:schemeClr val="bg2"/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</p:grp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241D7A67-DEFC-1FB6-ADB9-EA60D0E896B3}"/>
                </a:ext>
              </a:extLst>
            </p:cNvPr>
            <p:cNvGrpSpPr/>
            <p:nvPr/>
          </p:nvGrpSpPr>
          <p:grpSpPr>
            <a:xfrm>
              <a:off x="8844179" y="4695761"/>
              <a:ext cx="493307" cy="414338"/>
              <a:chOff x="8844179" y="4226655"/>
              <a:chExt cx="493307" cy="414338"/>
            </a:xfrm>
          </p:grpSpPr>
          <p:sp>
            <p:nvSpPr>
              <p:cNvPr id="92" name="Rectangle: Rounded Corners 91">
                <a:extLst>
                  <a:ext uri="{FF2B5EF4-FFF2-40B4-BE49-F238E27FC236}">
                    <a16:creationId xmlns:a16="http://schemas.microsoft.com/office/drawing/2014/main" id="{7084D760-5FBC-0E14-B9B4-21003B6B2EDF}"/>
                  </a:ext>
                </a:extLst>
              </p:cNvPr>
              <p:cNvSpPr/>
              <p:nvPr/>
            </p:nvSpPr>
            <p:spPr>
              <a:xfrm>
                <a:off x="8967789" y="4226655"/>
                <a:ext cx="369697" cy="414338"/>
              </a:xfrm>
              <a:prstGeom prst="roundRect">
                <a:avLst>
                  <a:gd name="adj" fmla="val 32693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  <p:sp>
            <p:nvSpPr>
              <p:cNvPr id="93" name="Rectangle: Rounded Corners 92">
                <a:extLst>
                  <a:ext uri="{FF2B5EF4-FFF2-40B4-BE49-F238E27FC236}">
                    <a16:creationId xmlns:a16="http://schemas.microsoft.com/office/drawing/2014/main" id="{0930E531-CD25-F6DB-BEB2-3177E936DCAE}"/>
                  </a:ext>
                </a:extLst>
              </p:cNvPr>
              <p:cNvSpPr/>
              <p:nvPr/>
            </p:nvSpPr>
            <p:spPr>
              <a:xfrm>
                <a:off x="8844179" y="4248151"/>
                <a:ext cx="447240" cy="371475"/>
              </a:xfrm>
              <a:prstGeom prst="roundRect">
                <a:avLst>
                  <a:gd name="adj" fmla="val 32693"/>
                </a:avLst>
              </a:prstGeom>
              <a:solidFill>
                <a:schemeClr val="bg2"/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E3D03D56-C689-EDA4-4DBA-2AEC7756BC35}"/>
                </a:ext>
              </a:extLst>
            </p:cNvPr>
            <p:cNvGrpSpPr/>
            <p:nvPr/>
          </p:nvGrpSpPr>
          <p:grpSpPr>
            <a:xfrm>
              <a:off x="8844179" y="5179218"/>
              <a:ext cx="493307" cy="414338"/>
              <a:chOff x="8844179" y="4226655"/>
              <a:chExt cx="493307" cy="414338"/>
            </a:xfrm>
          </p:grpSpPr>
          <p:sp>
            <p:nvSpPr>
              <p:cNvPr id="90" name="Rectangle: Rounded Corners 89">
                <a:extLst>
                  <a:ext uri="{FF2B5EF4-FFF2-40B4-BE49-F238E27FC236}">
                    <a16:creationId xmlns:a16="http://schemas.microsoft.com/office/drawing/2014/main" id="{67EE1536-0690-8F76-45DD-8A23560F3154}"/>
                  </a:ext>
                </a:extLst>
              </p:cNvPr>
              <p:cNvSpPr/>
              <p:nvPr/>
            </p:nvSpPr>
            <p:spPr>
              <a:xfrm>
                <a:off x="8967789" y="4226655"/>
                <a:ext cx="369697" cy="414338"/>
              </a:xfrm>
              <a:prstGeom prst="roundRect">
                <a:avLst>
                  <a:gd name="adj" fmla="val 32693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  <p:sp>
            <p:nvSpPr>
              <p:cNvPr id="91" name="Rectangle: Rounded Corners 90">
                <a:extLst>
                  <a:ext uri="{FF2B5EF4-FFF2-40B4-BE49-F238E27FC236}">
                    <a16:creationId xmlns:a16="http://schemas.microsoft.com/office/drawing/2014/main" id="{8418EC14-CF52-AD0B-5EFA-CFFD41D5E8F8}"/>
                  </a:ext>
                </a:extLst>
              </p:cNvPr>
              <p:cNvSpPr/>
              <p:nvPr/>
            </p:nvSpPr>
            <p:spPr>
              <a:xfrm>
                <a:off x="8844179" y="4248151"/>
                <a:ext cx="447240" cy="371475"/>
              </a:xfrm>
              <a:prstGeom prst="roundRect">
                <a:avLst>
                  <a:gd name="adj" fmla="val 32693"/>
                </a:avLst>
              </a:prstGeom>
              <a:solidFill>
                <a:schemeClr val="bg2"/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</p:grpSp>
        <p:grpSp>
          <p:nvGrpSpPr>
            <p:cNvPr id="87" name="Group 86">
              <a:extLst>
                <a:ext uri="{FF2B5EF4-FFF2-40B4-BE49-F238E27FC236}">
                  <a16:creationId xmlns:a16="http://schemas.microsoft.com/office/drawing/2014/main" id="{1FFDAD12-C67D-9C56-6479-A5133ED117C4}"/>
                </a:ext>
              </a:extLst>
            </p:cNvPr>
            <p:cNvGrpSpPr/>
            <p:nvPr/>
          </p:nvGrpSpPr>
          <p:grpSpPr>
            <a:xfrm>
              <a:off x="8844179" y="5635164"/>
              <a:ext cx="493307" cy="414338"/>
              <a:chOff x="8844179" y="4226655"/>
              <a:chExt cx="493307" cy="414338"/>
            </a:xfrm>
          </p:grpSpPr>
          <p:sp>
            <p:nvSpPr>
              <p:cNvPr id="88" name="Rectangle: Rounded Corners 87">
                <a:extLst>
                  <a:ext uri="{FF2B5EF4-FFF2-40B4-BE49-F238E27FC236}">
                    <a16:creationId xmlns:a16="http://schemas.microsoft.com/office/drawing/2014/main" id="{49B1C7B6-C7D3-4CB4-1321-09373C98614D}"/>
                  </a:ext>
                </a:extLst>
              </p:cNvPr>
              <p:cNvSpPr/>
              <p:nvPr/>
            </p:nvSpPr>
            <p:spPr>
              <a:xfrm>
                <a:off x="8967789" y="4226655"/>
                <a:ext cx="369697" cy="414338"/>
              </a:xfrm>
              <a:prstGeom prst="roundRect">
                <a:avLst>
                  <a:gd name="adj" fmla="val 32693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  <p:sp>
            <p:nvSpPr>
              <p:cNvPr id="89" name="Rectangle: Rounded Corners 88">
                <a:extLst>
                  <a:ext uri="{FF2B5EF4-FFF2-40B4-BE49-F238E27FC236}">
                    <a16:creationId xmlns:a16="http://schemas.microsoft.com/office/drawing/2014/main" id="{18344016-1E03-5B58-5304-285389599A9C}"/>
                  </a:ext>
                </a:extLst>
              </p:cNvPr>
              <p:cNvSpPr/>
              <p:nvPr/>
            </p:nvSpPr>
            <p:spPr>
              <a:xfrm>
                <a:off x="8844179" y="4248151"/>
                <a:ext cx="447240" cy="371475"/>
              </a:xfrm>
              <a:prstGeom prst="roundRect">
                <a:avLst>
                  <a:gd name="adj" fmla="val 32693"/>
                </a:avLst>
              </a:prstGeom>
              <a:solidFill>
                <a:schemeClr val="bg2"/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</p:grpSp>
      </p:grpSp>
      <p:pic>
        <p:nvPicPr>
          <p:cNvPr id="97" name="Graphic 96">
            <a:extLst>
              <a:ext uri="{FF2B5EF4-FFF2-40B4-BE49-F238E27FC236}">
                <a16:creationId xmlns:a16="http://schemas.microsoft.com/office/drawing/2014/main" id="{AB8B7D90-2FD5-1987-1237-1105D15869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231799" y="1752187"/>
            <a:ext cx="360000" cy="360000"/>
          </a:xfrm>
          <a:prstGeom prst="rect">
            <a:avLst/>
          </a:prstGeom>
        </p:spPr>
      </p:pic>
      <p:pic>
        <p:nvPicPr>
          <p:cNvPr id="99" name="Graphic 98">
            <a:extLst>
              <a:ext uri="{FF2B5EF4-FFF2-40B4-BE49-F238E27FC236}">
                <a16:creationId xmlns:a16="http://schemas.microsoft.com/office/drawing/2014/main" id="{3EAD43DC-1358-C6E6-B939-C7DAF0A9F7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704395" y="1412814"/>
            <a:ext cx="360000" cy="360000"/>
          </a:xfrm>
          <a:prstGeom prst="rect">
            <a:avLst/>
          </a:prstGeom>
        </p:spPr>
      </p:pic>
      <p:pic>
        <p:nvPicPr>
          <p:cNvPr id="101" name="Graphic 100">
            <a:extLst>
              <a:ext uri="{FF2B5EF4-FFF2-40B4-BE49-F238E27FC236}">
                <a16:creationId xmlns:a16="http://schemas.microsoft.com/office/drawing/2014/main" id="{C60810BD-1AF2-C580-52E8-85A2D2D762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212947" y="3372464"/>
            <a:ext cx="360000" cy="360000"/>
          </a:xfrm>
          <a:prstGeom prst="rect">
            <a:avLst/>
          </a:prstGeom>
        </p:spPr>
      </p:pic>
      <p:pic>
        <p:nvPicPr>
          <p:cNvPr id="105" name="Graphic 104">
            <a:extLst>
              <a:ext uri="{FF2B5EF4-FFF2-40B4-BE49-F238E27FC236}">
                <a16:creationId xmlns:a16="http://schemas.microsoft.com/office/drawing/2014/main" id="{280BC8D3-1F82-C7EC-3BF5-EE1A396D57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298769" y="4485339"/>
            <a:ext cx="360000" cy="360000"/>
          </a:xfrm>
          <a:prstGeom prst="rect">
            <a:avLst/>
          </a:prstGeom>
        </p:spPr>
      </p:pic>
      <p:grpSp>
        <p:nvGrpSpPr>
          <p:cNvPr id="109" name="Group 108">
            <a:extLst>
              <a:ext uri="{FF2B5EF4-FFF2-40B4-BE49-F238E27FC236}">
                <a16:creationId xmlns:a16="http://schemas.microsoft.com/office/drawing/2014/main" id="{86DF4A57-21F2-6601-6289-8FEB2A67640B}"/>
              </a:ext>
            </a:extLst>
          </p:cNvPr>
          <p:cNvGrpSpPr/>
          <p:nvPr/>
        </p:nvGrpSpPr>
        <p:grpSpPr>
          <a:xfrm>
            <a:off x="9035438" y="4541939"/>
            <a:ext cx="395133" cy="1522057"/>
            <a:chOff x="8844179" y="4200525"/>
            <a:chExt cx="493307" cy="1900222"/>
          </a:xfrm>
        </p:grpSpPr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E7CDC913-BF5A-F6E6-522C-A8EE5AF96743}"/>
                </a:ext>
              </a:extLst>
            </p:cNvPr>
            <p:cNvCxnSpPr>
              <a:cxnSpLocks/>
            </p:cNvCxnSpPr>
            <p:nvPr/>
          </p:nvCxnSpPr>
          <p:spPr>
            <a:xfrm>
              <a:off x="9090832" y="4200525"/>
              <a:ext cx="0" cy="1900222"/>
            </a:xfrm>
            <a:prstGeom prst="line">
              <a:avLst/>
            </a:prstGeom>
            <a:ln w="76200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1F90D950-C923-B518-C09F-C1963F136958}"/>
                </a:ext>
              </a:extLst>
            </p:cNvPr>
            <p:cNvGrpSpPr/>
            <p:nvPr/>
          </p:nvGrpSpPr>
          <p:grpSpPr>
            <a:xfrm>
              <a:off x="8844179" y="4240942"/>
              <a:ext cx="493307" cy="414338"/>
              <a:chOff x="8844179" y="4226655"/>
              <a:chExt cx="493307" cy="414338"/>
            </a:xfrm>
          </p:grpSpPr>
          <p:sp>
            <p:nvSpPr>
              <p:cNvPr id="121" name="Rectangle: Rounded Corners 120">
                <a:extLst>
                  <a:ext uri="{FF2B5EF4-FFF2-40B4-BE49-F238E27FC236}">
                    <a16:creationId xmlns:a16="http://schemas.microsoft.com/office/drawing/2014/main" id="{273B490E-8E55-43C8-6354-4C3B91B93C9A}"/>
                  </a:ext>
                </a:extLst>
              </p:cNvPr>
              <p:cNvSpPr/>
              <p:nvPr/>
            </p:nvSpPr>
            <p:spPr>
              <a:xfrm>
                <a:off x="8967789" y="4226655"/>
                <a:ext cx="369697" cy="414338"/>
              </a:xfrm>
              <a:prstGeom prst="roundRect">
                <a:avLst>
                  <a:gd name="adj" fmla="val 32693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  <p:sp>
            <p:nvSpPr>
              <p:cNvPr id="122" name="Rectangle: Rounded Corners 121">
                <a:extLst>
                  <a:ext uri="{FF2B5EF4-FFF2-40B4-BE49-F238E27FC236}">
                    <a16:creationId xmlns:a16="http://schemas.microsoft.com/office/drawing/2014/main" id="{9A0BFB81-435D-F01B-0B5B-2531489AA49A}"/>
                  </a:ext>
                </a:extLst>
              </p:cNvPr>
              <p:cNvSpPr/>
              <p:nvPr/>
            </p:nvSpPr>
            <p:spPr>
              <a:xfrm>
                <a:off x="8844179" y="4248151"/>
                <a:ext cx="447240" cy="371475"/>
              </a:xfrm>
              <a:prstGeom prst="roundRect">
                <a:avLst>
                  <a:gd name="adj" fmla="val 32693"/>
                </a:avLst>
              </a:prstGeom>
              <a:solidFill>
                <a:schemeClr val="bg2"/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</p:grpSp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AA06E33A-C9E8-6DD1-6172-19CDA8599BA5}"/>
                </a:ext>
              </a:extLst>
            </p:cNvPr>
            <p:cNvGrpSpPr/>
            <p:nvPr/>
          </p:nvGrpSpPr>
          <p:grpSpPr>
            <a:xfrm>
              <a:off x="8844179" y="4695761"/>
              <a:ext cx="493307" cy="414338"/>
              <a:chOff x="8844179" y="4226655"/>
              <a:chExt cx="493307" cy="414338"/>
            </a:xfrm>
          </p:grpSpPr>
          <p:sp>
            <p:nvSpPr>
              <p:cNvPr id="119" name="Rectangle: Rounded Corners 118">
                <a:extLst>
                  <a:ext uri="{FF2B5EF4-FFF2-40B4-BE49-F238E27FC236}">
                    <a16:creationId xmlns:a16="http://schemas.microsoft.com/office/drawing/2014/main" id="{FC9DDEC9-7218-FC2D-C3C1-FD2EFEB6284B}"/>
                  </a:ext>
                </a:extLst>
              </p:cNvPr>
              <p:cNvSpPr/>
              <p:nvPr/>
            </p:nvSpPr>
            <p:spPr>
              <a:xfrm>
                <a:off x="8967789" y="4226655"/>
                <a:ext cx="369697" cy="414338"/>
              </a:xfrm>
              <a:prstGeom prst="roundRect">
                <a:avLst>
                  <a:gd name="adj" fmla="val 32693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  <p:sp>
            <p:nvSpPr>
              <p:cNvPr id="120" name="Rectangle: Rounded Corners 119">
                <a:extLst>
                  <a:ext uri="{FF2B5EF4-FFF2-40B4-BE49-F238E27FC236}">
                    <a16:creationId xmlns:a16="http://schemas.microsoft.com/office/drawing/2014/main" id="{741A4B45-0042-A13B-1D30-DBA1865AA2B2}"/>
                  </a:ext>
                </a:extLst>
              </p:cNvPr>
              <p:cNvSpPr/>
              <p:nvPr/>
            </p:nvSpPr>
            <p:spPr>
              <a:xfrm>
                <a:off x="8844179" y="4248151"/>
                <a:ext cx="447240" cy="371475"/>
              </a:xfrm>
              <a:prstGeom prst="roundRect">
                <a:avLst>
                  <a:gd name="adj" fmla="val 32693"/>
                </a:avLst>
              </a:prstGeom>
              <a:solidFill>
                <a:schemeClr val="bg2"/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</p:grpSp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FDFCF8E2-65E0-FA06-819F-3667201B7EF2}"/>
                </a:ext>
              </a:extLst>
            </p:cNvPr>
            <p:cNvGrpSpPr/>
            <p:nvPr/>
          </p:nvGrpSpPr>
          <p:grpSpPr>
            <a:xfrm>
              <a:off x="8844179" y="5179218"/>
              <a:ext cx="493307" cy="414338"/>
              <a:chOff x="8844179" y="4226655"/>
              <a:chExt cx="493307" cy="414338"/>
            </a:xfrm>
          </p:grpSpPr>
          <p:sp>
            <p:nvSpPr>
              <p:cNvPr id="117" name="Rectangle: Rounded Corners 116">
                <a:extLst>
                  <a:ext uri="{FF2B5EF4-FFF2-40B4-BE49-F238E27FC236}">
                    <a16:creationId xmlns:a16="http://schemas.microsoft.com/office/drawing/2014/main" id="{D08F4CBA-DDD3-FF26-323C-255308793A7B}"/>
                  </a:ext>
                </a:extLst>
              </p:cNvPr>
              <p:cNvSpPr/>
              <p:nvPr/>
            </p:nvSpPr>
            <p:spPr>
              <a:xfrm>
                <a:off x="8967789" y="4226655"/>
                <a:ext cx="369697" cy="414338"/>
              </a:xfrm>
              <a:prstGeom prst="roundRect">
                <a:avLst>
                  <a:gd name="adj" fmla="val 32693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  <p:sp>
            <p:nvSpPr>
              <p:cNvPr id="118" name="Rectangle: Rounded Corners 117">
                <a:extLst>
                  <a:ext uri="{FF2B5EF4-FFF2-40B4-BE49-F238E27FC236}">
                    <a16:creationId xmlns:a16="http://schemas.microsoft.com/office/drawing/2014/main" id="{0655B79D-FDC4-4AF6-7981-65697E3C7E7D}"/>
                  </a:ext>
                </a:extLst>
              </p:cNvPr>
              <p:cNvSpPr/>
              <p:nvPr/>
            </p:nvSpPr>
            <p:spPr>
              <a:xfrm>
                <a:off x="8844179" y="4248151"/>
                <a:ext cx="447240" cy="371475"/>
              </a:xfrm>
              <a:prstGeom prst="roundRect">
                <a:avLst>
                  <a:gd name="adj" fmla="val 32693"/>
                </a:avLst>
              </a:prstGeom>
              <a:solidFill>
                <a:schemeClr val="bg2"/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9F3B7E44-BB93-D8CB-1FE7-59A82F3474C4}"/>
                </a:ext>
              </a:extLst>
            </p:cNvPr>
            <p:cNvGrpSpPr/>
            <p:nvPr/>
          </p:nvGrpSpPr>
          <p:grpSpPr>
            <a:xfrm>
              <a:off x="8844179" y="5635164"/>
              <a:ext cx="493307" cy="414338"/>
              <a:chOff x="8844179" y="4226655"/>
              <a:chExt cx="493307" cy="414338"/>
            </a:xfrm>
          </p:grpSpPr>
          <p:sp>
            <p:nvSpPr>
              <p:cNvPr id="115" name="Rectangle: Rounded Corners 114">
                <a:extLst>
                  <a:ext uri="{FF2B5EF4-FFF2-40B4-BE49-F238E27FC236}">
                    <a16:creationId xmlns:a16="http://schemas.microsoft.com/office/drawing/2014/main" id="{A65FBB3C-D882-88AE-09EA-DA3AF7EEF4F9}"/>
                  </a:ext>
                </a:extLst>
              </p:cNvPr>
              <p:cNvSpPr/>
              <p:nvPr/>
            </p:nvSpPr>
            <p:spPr>
              <a:xfrm>
                <a:off x="8967789" y="4226655"/>
                <a:ext cx="369697" cy="414338"/>
              </a:xfrm>
              <a:prstGeom prst="roundRect">
                <a:avLst>
                  <a:gd name="adj" fmla="val 32693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  <p:sp>
            <p:nvSpPr>
              <p:cNvPr id="116" name="Rectangle: Rounded Corners 115">
                <a:extLst>
                  <a:ext uri="{FF2B5EF4-FFF2-40B4-BE49-F238E27FC236}">
                    <a16:creationId xmlns:a16="http://schemas.microsoft.com/office/drawing/2014/main" id="{64888818-27D2-BEF9-BD47-7490E1F772CA}"/>
                  </a:ext>
                </a:extLst>
              </p:cNvPr>
              <p:cNvSpPr/>
              <p:nvPr/>
            </p:nvSpPr>
            <p:spPr>
              <a:xfrm>
                <a:off x="8844179" y="4248151"/>
                <a:ext cx="447240" cy="371475"/>
              </a:xfrm>
              <a:prstGeom prst="roundRect">
                <a:avLst>
                  <a:gd name="adj" fmla="val 32693"/>
                </a:avLst>
              </a:prstGeom>
              <a:solidFill>
                <a:schemeClr val="bg2"/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</p:grp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7CC97075-D665-C6BF-6AB8-BE9CBD0DE895}"/>
              </a:ext>
            </a:extLst>
          </p:cNvPr>
          <p:cNvGrpSpPr/>
          <p:nvPr/>
        </p:nvGrpSpPr>
        <p:grpSpPr>
          <a:xfrm>
            <a:off x="8304193" y="2797531"/>
            <a:ext cx="395133" cy="1522057"/>
            <a:chOff x="8844179" y="4200525"/>
            <a:chExt cx="493307" cy="1900222"/>
          </a:xfrm>
        </p:grpSpPr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C21F436F-0ECA-6A36-4182-E51B6377D4E0}"/>
                </a:ext>
              </a:extLst>
            </p:cNvPr>
            <p:cNvCxnSpPr>
              <a:cxnSpLocks/>
            </p:cNvCxnSpPr>
            <p:nvPr/>
          </p:nvCxnSpPr>
          <p:spPr>
            <a:xfrm>
              <a:off x="9090832" y="4200525"/>
              <a:ext cx="0" cy="1900222"/>
            </a:xfrm>
            <a:prstGeom prst="line">
              <a:avLst/>
            </a:prstGeom>
            <a:ln w="76200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A5579CBA-76AC-5ACB-D603-4A3B3545270E}"/>
                </a:ext>
              </a:extLst>
            </p:cNvPr>
            <p:cNvGrpSpPr/>
            <p:nvPr/>
          </p:nvGrpSpPr>
          <p:grpSpPr>
            <a:xfrm>
              <a:off x="8844179" y="4240942"/>
              <a:ext cx="493307" cy="414338"/>
              <a:chOff x="8844179" y="4226655"/>
              <a:chExt cx="493307" cy="414338"/>
            </a:xfrm>
          </p:grpSpPr>
          <p:sp>
            <p:nvSpPr>
              <p:cNvPr id="135" name="Rectangle: Rounded Corners 134">
                <a:extLst>
                  <a:ext uri="{FF2B5EF4-FFF2-40B4-BE49-F238E27FC236}">
                    <a16:creationId xmlns:a16="http://schemas.microsoft.com/office/drawing/2014/main" id="{DDE0539C-978C-177F-9E62-A65854C83A72}"/>
                  </a:ext>
                </a:extLst>
              </p:cNvPr>
              <p:cNvSpPr/>
              <p:nvPr/>
            </p:nvSpPr>
            <p:spPr>
              <a:xfrm>
                <a:off x="8967789" y="4226655"/>
                <a:ext cx="369697" cy="414338"/>
              </a:xfrm>
              <a:prstGeom prst="roundRect">
                <a:avLst>
                  <a:gd name="adj" fmla="val 32693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  <p:sp>
            <p:nvSpPr>
              <p:cNvPr id="136" name="Rectangle: Rounded Corners 135">
                <a:extLst>
                  <a:ext uri="{FF2B5EF4-FFF2-40B4-BE49-F238E27FC236}">
                    <a16:creationId xmlns:a16="http://schemas.microsoft.com/office/drawing/2014/main" id="{51A94283-545C-4F77-1976-C8C536793D3B}"/>
                  </a:ext>
                </a:extLst>
              </p:cNvPr>
              <p:cNvSpPr/>
              <p:nvPr/>
            </p:nvSpPr>
            <p:spPr>
              <a:xfrm>
                <a:off x="8844179" y="4248151"/>
                <a:ext cx="447240" cy="371475"/>
              </a:xfrm>
              <a:prstGeom prst="roundRect">
                <a:avLst>
                  <a:gd name="adj" fmla="val 32693"/>
                </a:avLst>
              </a:prstGeom>
              <a:solidFill>
                <a:schemeClr val="bg2"/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77764C94-A93F-1EFC-2242-1ABC3679CC4A}"/>
                </a:ext>
              </a:extLst>
            </p:cNvPr>
            <p:cNvGrpSpPr/>
            <p:nvPr/>
          </p:nvGrpSpPr>
          <p:grpSpPr>
            <a:xfrm>
              <a:off x="8844179" y="4695761"/>
              <a:ext cx="493307" cy="414338"/>
              <a:chOff x="8844179" y="4226655"/>
              <a:chExt cx="493307" cy="414338"/>
            </a:xfrm>
          </p:grpSpPr>
          <p:sp>
            <p:nvSpPr>
              <p:cNvPr id="133" name="Rectangle: Rounded Corners 132">
                <a:extLst>
                  <a:ext uri="{FF2B5EF4-FFF2-40B4-BE49-F238E27FC236}">
                    <a16:creationId xmlns:a16="http://schemas.microsoft.com/office/drawing/2014/main" id="{EE17A160-3366-F33D-254D-770B2E22465F}"/>
                  </a:ext>
                </a:extLst>
              </p:cNvPr>
              <p:cNvSpPr/>
              <p:nvPr/>
            </p:nvSpPr>
            <p:spPr>
              <a:xfrm>
                <a:off x="8967789" y="4226655"/>
                <a:ext cx="369697" cy="414338"/>
              </a:xfrm>
              <a:prstGeom prst="roundRect">
                <a:avLst>
                  <a:gd name="adj" fmla="val 32693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  <p:sp>
            <p:nvSpPr>
              <p:cNvPr id="134" name="Rectangle: Rounded Corners 133">
                <a:extLst>
                  <a:ext uri="{FF2B5EF4-FFF2-40B4-BE49-F238E27FC236}">
                    <a16:creationId xmlns:a16="http://schemas.microsoft.com/office/drawing/2014/main" id="{2D5F9ED8-7F84-757D-C851-D4CBBD03A3C4}"/>
                  </a:ext>
                </a:extLst>
              </p:cNvPr>
              <p:cNvSpPr/>
              <p:nvPr/>
            </p:nvSpPr>
            <p:spPr>
              <a:xfrm>
                <a:off x="8844179" y="4248151"/>
                <a:ext cx="447240" cy="371475"/>
              </a:xfrm>
              <a:prstGeom prst="roundRect">
                <a:avLst>
                  <a:gd name="adj" fmla="val 32693"/>
                </a:avLst>
              </a:prstGeom>
              <a:solidFill>
                <a:schemeClr val="bg2"/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0F95A78D-984C-CEAA-B857-B093E61267E0}"/>
                </a:ext>
              </a:extLst>
            </p:cNvPr>
            <p:cNvGrpSpPr/>
            <p:nvPr/>
          </p:nvGrpSpPr>
          <p:grpSpPr>
            <a:xfrm>
              <a:off x="8844179" y="5179218"/>
              <a:ext cx="493307" cy="414338"/>
              <a:chOff x="8844179" y="4226655"/>
              <a:chExt cx="493307" cy="414338"/>
            </a:xfrm>
          </p:grpSpPr>
          <p:sp>
            <p:nvSpPr>
              <p:cNvPr id="131" name="Rectangle: Rounded Corners 130">
                <a:extLst>
                  <a:ext uri="{FF2B5EF4-FFF2-40B4-BE49-F238E27FC236}">
                    <a16:creationId xmlns:a16="http://schemas.microsoft.com/office/drawing/2014/main" id="{E791814B-BF53-4FC8-2A66-4BB8E5A7AD68}"/>
                  </a:ext>
                </a:extLst>
              </p:cNvPr>
              <p:cNvSpPr/>
              <p:nvPr/>
            </p:nvSpPr>
            <p:spPr>
              <a:xfrm>
                <a:off x="8967789" y="4226655"/>
                <a:ext cx="369697" cy="414338"/>
              </a:xfrm>
              <a:prstGeom prst="roundRect">
                <a:avLst>
                  <a:gd name="adj" fmla="val 32693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  <p:sp>
            <p:nvSpPr>
              <p:cNvPr id="132" name="Rectangle: Rounded Corners 131">
                <a:extLst>
                  <a:ext uri="{FF2B5EF4-FFF2-40B4-BE49-F238E27FC236}">
                    <a16:creationId xmlns:a16="http://schemas.microsoft.com/office/drawing/2014/main" id="{A297EBBF-4648-D924-FA78-9A444F31E3FD}"/>
                  </a:ext>
                </a:extLst>
              </p:cNvPr>
              <p:cNvSpPr/>
              <p:nvPr/>
            </p:nvSpPr>
            <p:spPr>
              <a:xfrm>
                <a:off x="8844179" y="4248151"/>
                <a:ext cx="447240" cy="371475"/>
              </a:xfrm>
              <a:prstGeom prst="roundRect">
                <a:avLst>
                  <a:gd name="adj" fmla="val 32693"/>
                </a:avLst>
              </a:prstGeom>
              <a:solidFill>
                <a:schemeClr val="bg2"/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</p:grp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45AFF5C1-7A12-82F7-C4F1-D3B578ADB063}"/>
                </a:ext>
              </a:extLst>
            </p:cNvPr>
            <p:cNvGrpSpPr/>
            <p:nvPr/>
          </p:nvGrpSpPr>
          <p:grpSpPr>
            <a:xfrm>
              <a:off x="8844179" y="5635164"/>
              <a:ext cx="493307" cy="414338"/>
              <a:chOff x="8844179" y="4226655"/>
              <a:chExt cx="493307" cy="414338"/>
            </a:xfrm>
          </p:grpSpPr>
          <p:sp>
            <p:nvSpPr>
              <p:cNvPr id="129" name="Rectangle: Rounded Corners 128">
                <a:extLst>
                  <a:ext uri="{FF2B5EF4-FFF2-40B4-BE49-F238E27FC236}">
                    <a16:creationId xmlns:a16="http://schemas.microsoft.com/office/drawing/2014/main" id="{29E4835F-E8E1-E0FE-430F-A0540E2439CD}"/>
                  </a:ext>
                </a:extLst>
              </p:cNvPr>
              <p:cNvSpPr/>
              <p:nvPr/>
            </p:nvSpPr>
            <p:spPr>
              <a:xfrm>
                <a:off x="8967789" y="4226655"/>
                <a:ext cx="369697" cy="414338"/>
              </a:xfrm>
              <a:prstGeom prst="roundRect">
                <a:avLst>
                  <a:gd name="adj" fmla="val 32693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  <p:sp>
            <p:nvSpPr>
              <p:cNvPr id="130" name="Rectangle: Rounded Corners 129">
                <a:extLst>
                  <a:ext uri="{FF2B5EF4-FFF2-40B4-BE49-F238E27FC236}">
                    <a16:creationId xmlns:a16="http://schemas.microsoft.com/office/drawing/2014/main" id="{A38EC25A-4540-D0CB-8169-727874B8590D}"/>
                  </a:ext>
                </a:extLst>
              </p:cNvPr>
              <p:cNvSpPr/>
              <p:nvPr/>
            </p:nvSpPr>
            <p:spPr>
              <a:xfrm>
                <a:off x="8844179" y="4248151"/>
                <a:ext cx="447240" cy="371475"/>
              </a:xfrm>
              <a:prstGeom prst="roundRect">
                <a:avLst>
                  <a:gd name="adj" fmla="val 32693"/>
                </a:avLst>
              </a:prstGeom>
              <a:solidFill>
                <a:schemeClr val="bg2"/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</p:grpSp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3751FC4E-5335-5F53-2066-DAE04273385A}"/>
              </a:ext>
            </a:extLst>
          </p:cNvPr>
          <p:cNvGrpSpPr/>
          <p:nvPr/>
        </p:nvGrpSpPr>
        <p:grpSpPr>
          <a:xfrm>
            <a:off x="8304193" y="4541939"/>
            <a:ext cx="395133" cy="1522057"/>
            <a:chOff x="8844179" y="4200525"/>
            <a:chExt cx="493307" cy="1900222"/>
          </a:xfrm>
        </p:grpSpPr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EAE28B4C-4560-65CD-0BB5-677F1E3F1847}"/>
                </a:ext>
              </a:extLst>
            </p:cNvPr>
            <p:cNvCxnSpPr>
              <a:cxnSpLocks/>
            </p:cNvCxnSpPr>
            <p:nvPr/>
          </p:nvCxnSpPr>
          <p:spPr>
            <a:xfrm>
              <a:off x="9090832" y="4200525"/>
              <a:ext cx="0" cy="1900222"/>
            </a:xfrm>
            <a:prstGeom prst="line">
              <a:avLst/>
            </a:prstGeom>
            <a:ln w="76200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AECC9E35-78BD-A084-5672-1EDF4350F95C}"/>
                </a:ext>
              </a:extLst>
            </p:cNvPr>
            <p:cNvGrpSpPr/>
            <p:nvPr/>
          </p:nvGrpSpPr>
          <p:grpSpPr>
            <a:xfrm>
              <a:off x="8844179" y="4240942"/>
              <a:ext cx="493307" cy="414338"/>
              <a:chOff x="8844179" y="4226655"/>
              <a:chExt cx="493307" cy="414338"/>
            </a:xfrm>
          </p:grpSpPr>
          <p:sp>
            <p:nvSpPr>
              <p:cNvPr id="149" name="Rectangle: Rounded Corners 148">
                <a:extLst>
                  <a:ext uri="{FF2B5EF4-FFF2-40B4-BE49-F238E27FC236}">
                    <a16:creationId xmlns:a16="http://schemas.microsoft.com/office/drawing/2014/main" id="{CEC21819-1392-402F-9B25-3946185AA4B3}"/>
                  </a:ext>
                </a:extLst>
              </p:cNvPr>
              <p:cNvSpPr/>
              <p:nvPr/>
            </p:nvSpPr>
            <p:spPr>
              <a:xfrm>
                <a:off x="8967789" y="4226655"/>
                <a:ext cx="369697" cy="414338"/>
              </a:xfrm>
              <a:prstGeom prst="roundRect">
                <a:avLst>
                  <a:gd name="adj" fmla="val 32693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  <p:sp>
            <p:nvSpPr>
              <p:cNvPr id="150" name="Rectangle: Rounded Corners 149">
                <a:extLst>
                  <a:ext uri="{FF2B5EF4-FFF2-40B4-BE49-F238E27FC236}">
                    <a16:creationId xmlns:a16="http://schemas.microsoft.com/office/drawing/2014/main" id="{83CF62EE-2D73-F823-7D57-0AFB2FF00837}"/>
                  </a:ext>
                </a:extLst>
              </p:cNvPr>
              <p:cNvSpPr/>
              <p:nvPr/>
            </p:nvSpPr>
            <p:spPr>
              <a:xfrm>
                <a:off x="8844179" y="4248151"/>
                <a:ext cx="447240" cy="371475"/>
              </a:xfrm>
              <a:prstGeom prst="roundRect">
                <a:avLst>
                  <a:gd name="adj" fmla="val 32693"/>
                </a:avLst>
              </a:prstGeom>
              <a:solidFill>
                <a:schemeClr val="bg2"/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F0B83F72-6C11-3AAB-957E-A6076B89F6D4}"/>
                </a:ext>
              </a:extLst>
            </p:cNvPr>
            <p:cNvGrpSpPr/>
            <p:nvPr/>
          </p:nvGrpSpPr>
          <p:grpSpPr>
            <a:xfrm>
              <a:off x="8844179" y="4695761"/>
              <a:ext cx="493307" cy="414338"/>
              <a:chOff x="8844179" y="4226655"/>
              <a:chExt cx="493307" cy="414338"/>
            </a:xfrm>
          </p:grpSpPr>
          <p:sp>
            <p:nvSpPr>
              <p:cNvPr id="147" name="Rectangle: Rounded Corners 146">
                <a:extLst>
                  <a:ext uri="{FF2B5EF4-FFF2-40B4-BE49-F238E27FC236}">
                    <a16:creationId xmlns:a16="http://schemas.microsoft.com/office/drawing/2014/main" id="{0BBB9725-C214-3003-4347-15B3492AAB97}"/>
                  </a:ext>
                </a:extLst>
              </p:cNvPr>
              <p:cNvSpPr/>
              <p:nvPr/>
            </p:nvSpPr>
            <p:spPr>
              <a:xfrm>
                <a:off x="8967789" y="4226655"/>
                <a:ext cx="369697" cy="414338"/>
              </a:xfrm>
              <a:prstGeom prst="roundRect">
                <a:avLst>
                  <a:gd name="adj" fmla="val 32693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  <p:sp>
            <p:nvSpPr>
              <p:cNvPr id="148" name="Rectangle: Rounded Corners 147">
                <a:extLst>
                  <a:ext uri="{FF2B5EF4-FFF2-40B4-BE49-F238E27FC236}">
                    <a16:creationId xmlns:a16="http://schemas.microsoft.com/office/drawing/2014/main" id="{502366B6-D268-D517-737E-24ED8A610357}"/>
                  </a:ext>
                </a:extLst>
              </p:cNvPr>
              <p:cNvSpPr/>
              <p:nvPr/>
            </p:nvSpPr>
            <p:spPr>
              <a:xfrm>
                <a:off x="8844179" y="4248151"/>
                <a:ext cx="447240" cy="371475"/>
              </a:xfrm>
              <a:prstGeom prst="roundRect">
                <a:avLst>
                  <a:gd name="adj" fmla="val 32693"/>
                </a:avLst>
              </a:prstGeom>
              <a:solidFill>
                <a:schemeClr val="bg2"/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A77CE614-D5FB-2297-43EC-E1BD2062291A}"/>
                </a:ext>
              </a:extLst>
            </p:cNvPr>
            <p:cNvGrpSpPr/>
            <p:nvPr/>
          </p:nvGrpSpPr>
          <p:grpSpPr>
            <a:xfrm>
              <a:off x="8844179" y="5179218"/>
              <a:ext cx="493307" cy="414338"/>
              <a:chOff x="8844179" y="4226655"/>
              <a:chExt cx="493307" cy="414338"/>
            </a:xfrm>
          </p:grpSpPr>
          <p:sp>
            <p:nvSpPr>
              <p:cNvPr id="145" name="Rectangle: Rounded Corners 144">
                <a:extLst>
                  <a:ext uri="{FF2B5EF4-FFF2-40B4-BE49-F238E27FC236}">
                    <a16:creationId xmlns:a16="http://schemas.microsoft.com/office/drawing/2014/main" id="{0EE82FB8-6DDA-8B27-B6C5-CE56C46CC771}"/>
                  </a:ext>
                </a:extLst>
              </p:cNvPr>
              <p:cNvSpPr/>
              <p:nvPr/>
            </p:nvSpPr>
            <p:spPr>
              <a:xfrm>
                <a:off x="8967789" y="4226655"/>
                <a:ext cx="369697" cy="414338"/>
              </a:xfrm>
              <a:prstGeom prst="roundRect">
                <a:avLst>
                  <a:gd name="adj" fmla="val 32693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  <p:sp>
            <p:nvSpPr>
              <p:cNvPr id="146" name="Rectangle: Rounded Corners 145">
                <a:extLst>
                  <a:ext uri="{FF2B5EF4-FFF2-40B4-BE49-F238E27FC236}">
                    <a16:creationId xmlns:a16="http://schemas.microsoft.com/office/drawing/2014/main" id="{02449DF5-72A3-9D5C-9E0F-AD65F7567051}"/>
                  </a:ext>
                </a:extLst>
              </p:cNvPr>
              <p:cNvSpPr/>
              <p:nvPr/>
            </p:nvSpPr>
            <p:spPr>
              <a:xfrm>
                <a:off x="8844179" y="4248151"/>
                <a:ext cx="447240" cy="371475"/>
              </a:xfrm>
              <a:prstGeom prst="roundRect">
                <a:avLst>
                  <a:gd name="adj" fmla="val 32693"/>
                </a:avLst>
              </a:prstGeom>
              <a:solidFill>
                <a:schemeClr val="bg2"/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</p:grpSp>
        <p:grpSp>
          <p:nvGrpSpPr>
            <p:cNvPr id="142" name="Group 141">
              <a:extLst>
                <a:ext uri="{FF2B5EF4-FFF2-40B4-BE49-F238E27FC236}">
                  <a16:creationId xmlns:a16="http://schemas.microsoft.com/office/drawing/2014/main" id="{77278CCC-5EFE-D169-ABE0-00C26EF40F3D}"/>
                </a:ext>
              </a:extLst>
            </p:cNvPr>
            <p:cNvGrpSpPr/>
            <p:nvPr/>
          </p:nvGrpSpPr>
          <p:grpSpPr>
            <a:xfrm>
              <a:off x="8844179" y="5635164"/>
              <a:ext cx="493307" cy="414338"/>
              <a:chOff x="8844179" y="4226655"/>
              <a:chExt cx="493307" cy="414338"/>
            </a:xfrm>
          </p:grpSpPr>
          <p:sp>
            <p:nvSpPr>
              <p:cNvPr id="143" name="Rectangle: Rounded Corners 142">
                <a:extLst>
                  <a:ext uri="{FF2B5EF4-FFF2-40B4-BE49-F238E27FC236}">
                    <a16:creationId xmlns:a16="http://schemas.microsoft.com/office/drawing/2014/main" id="{31049AAC-8F6E-F2C3-BCE1-A39AAF406A6B}"/>
                  </a:ext>
                </a:extLst>
              </p:cNvPr>
              <p:cNvSpPr/>
              <p:nvPr/>
            </p:nvSpPr>
            <p:spPr>
              <a:xfrm>
                <a:off x="8967789" y="4226655"/>
                <a:ext cx="369697" cy="414338"/>
              </a:xfrm>
              <a:prstGeom prst="roundRect">
                <a:avLst>
                  <a:gd name="adj" fmla="val 32693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  <p:sp>
            <p:nvSpPr>
              <p:cNvPr id="144" name="Rectangle: Rounded Corners 143">
                <a:extLst>
                  <a:ext uri="{FF2B5EF4-FFF2-40B4-BE49-F238E27FC236}">
                    <a16:creationId xmlns:a16="http://schemas.microsoft.com/office/drawing/2014/main" id="{2F993E30-D5B4-BFA5-00AE-940FB726774D}"/>
                  </a:ext>
                </a:extLst>
              </p:cNvPr>
              <p:cNvSpPr/>
              <p:nvPr/>
            </p:nvSpPr>
            <p:spPr>
              <a:xfrm>
                <a:off x="8844179" y="4248151"/>
                <a:ext cx="447240" cy="371475"/>
              </a:xfrm>
              <a:prstGeom prst="roundRect">
                <a:avLst>
                  <a:gd name="adj" fmla="val 32693"/>
                </a:avLst>
              </a:prstGeom>
              <a:solidFill>
                <a:schemeClr val="bg2"/>
              </a:solidFill>
              <a:ln w="635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</p:grpSp>
      </p:grpSp>
      <p:pic>
        <p:nvPicPr>
          <p:cNvPr id="152" name="Graphic 151">
            <a:extLst>
              <a:ext uri="{FF2B5EF4-FFF2-40B4-BE49-F238E27FC236}">
                <a16:creationId xmlns:a16="http://schemas.microsoft.com/office/drawing/2014/main" id="{02D4FF61-438A-905A-C05A-029D5EA0A5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243354" y="5270498"/>
            <a:ext cx="360000" cy="36000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6B7787C9-ABA1-1F0A-ED81-5D5E06571414}"/>
              </a:ext>
            </a:extLst>
          </p:cNvPr>
          <p:cNvGrpSpPr/>
          <p:nvPr/>
        </p:nvGrpSpPr>
        <p:grpSpPr>
          <a:xfrm>
            <a:off x="226359" y="1940870"/>
            <a:ext cx="4664188" cy="4371030"/>
            <a:chOff x="226359" y="1940870"/>
            <a:chExt cx="4664188" cy="4371030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824F75D1-865D-EE9A-99C4-AF3DC62C199C}"/>
                </a:ext>
              </a:extLst>
            </p:cNvPr>
            <p:cNvSpPr/>
            <p:nvPr/>
          </p:nvSpPr>
          <p:spPr>
            <a:xfrm>
              <a:off x="226359" y="1940870"/>
              <a:ext cx="4664188" cy="4371030"/>
            </a:xfrm>
            <a:prstGeom prst="roundRect">
              <a:avLst>
                <a:gd name="adj" fmla="val 5993"/>
              </a:avLst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7D9EDE5-1347-588F-816A-5FEF4376CC9F}"/>
                </a:ext>
              </a:extLst>
            </p:cNvPr>
            <p:cNvSpPr txBox="1"/>
            <p:nvPr/>
          </p:nvSpPr>
          <p:spPr>
            <a:xfrm>
              <a:off x="431800" y="2112187"/>
              <a:ext cx="4381057" cy="40934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MY" sz="2000" b="1"/>
                <a:t>1 -</a:t>
              </a:r>
              <a:r>
                <a:rPr lang="en-MY" sz="2000"/>
                <a:t> Pesakit dapatkan nombor panggilan </a:t>
              </a:r>
            </a:p>
            <a:p>
              <a:r>
                <a:rPr lang="en-MY" sz="2000" b="1"/>
                <a:t>2 -</a:t>
              </a:r>
              <a:r>
                <a:rPr lang="en-MY" sz="2000"/>
                <a:t> Proses preskripsi</a:t>
              </a:r>
            </a:p>
            <a:p>
              <a:r>
                <a:rPr lang="en-MY" sz="2000" b="1"/>
                <a:t>3 -</a:t>
              </a:r>
              <a:r>
                <a:rPr lang="en-MY" sz="2000"/>
                <a:t> Dispensing - panggil nombor menggunakan terminal - nombor akan dipapar dalam display / mobile-link</a:t>
              </a:r>
            </a:p>
            <a:p>
              <a:r>
                <a:rPr lang="en-MY" sz="2000" b="1"/>
                <a:t>4 -</a:t>
              </a:r>
              <a:r>
                <a:rPr lang="en-MY" sz="2000"/>
                <a:t> Pesakit datang ambil ubat, Jika pesakit tiada - ketepikan/simpan bakul ubat</a:t>
              </a:r>
            </a:p>
            <a:p>
              <a:r>
                <a:rPr lang="en-MY" sz="2000" b="1"/>
                <a:t>5 -</a:t>
              </a:r>
              <a:r>
                <a:rPr lang="en-MY" sz="2000"/>
                <a:t> Jika pesakit datang bertanya status nombor,  staff akan semak dalam sistem </a:t>
              </a:r>
            </a:p>
            <a:p>
              <a:r>
                <a:rPr lang="en-MY" sz="2000" b="1"/>
                <a:t>5.5 -</a:t>
              </a:r>
              <a:r>
                <a:rPr lang="en-MY" sz="2000"/>
                <a:t> Pesakit juga boleh semak sendiri menggunakan QR code Mobile-Link yang (akan) disediakan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432879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DE81E6B-A8B6-212B-E8D0-0ECBE4A81F2B}"/>
              </a:ext>
            </a:extLst>
          </p:cNvPr>
          <p:cNvSpPr/>
          <p:nvPr/>
        </p:nvSpPr>
        <p:spPr>
          <a:xfrm>
            <a:off x="9132063" y="516049"/>
            <a:ext cx="2236982" cy="56315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DC2755-167E-560A-23D2-131095E7CAB2}"/>
              </a:ext>
            </a:extLst>
          </p:cNvPr>
          <p:cNvSpPr/>
          <p:nvPr/>
        </p:nvSpPr>
        <p:spPr>
          <a:xfrm>
            <a:off x="122067" y="1529393"/>
            <a:ext cx="2017520" cy="46181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F72DBB-35F4-6EE6-D8F6-7FB2BD3E7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8200"/>
          </a:xfrm>
        </p:spPr>
        <p:txBody>
          <a:bodyPr/>
          <a:lstStyle/>
          <a:p>
            <a:r>
              <a:rPr lang="en-US" b="1" noProof="1">
                <a:latin typeface="Roboto" panose="02000000000000000000" pitchFamily="2" charset="0"/>
                <a:ea typeface="Roboto" panose="02000000000000000000" pitchFamily="2" charset="0"/>
              </a:rPr>
              <a:t>Software Architecture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FA4403A-6650-9FE7-D6CB-F90EB33818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09782" y="4231850"/>
            <a:ext cx="766936" cy="773224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F2517AC0-CF30-271F-DE3B-BD862FA8E5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87270" y="3235813"/>
            <a:ext cx="390902" cy="289204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04152807-E217-E9BD-64FC-CDB895FBA7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82971" y="2931301"/>
            <a:ext cx="838200" cy="1212924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49CD3C6D-4B85-1E1A-7309-7DD2D33791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30570" y="3235813"/>
            <a:ext cx="390902" cy="289204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DCEECCF-DA3F-5781-0B6B-77174359BE18}"/>
              </a:ext>
            </a:extLst>
          </p:cNvPr>
          <p:cNvCxnSpPr>
            <a:cxnSpLocks/>
          </p:cNvCxnSpPr>
          <p:nvPr/>
        </p:nvCxnSpPr>
        <p:spPr>
          <a:xfrm>
            <a:off x="2095500" y="3636408"/>
            <a:ext cx="3334564" cy="0"/>
          </a:xfrm>
          <a:prstGeom prst="line">
            <a:avLst/>
          </a:prstGeom>
          <a:ln w="57150" cap="rnd">
            <a:solidFill>
              <a:srgbClr val="FF0000"/>
            </a:solidFill>
            <a:round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B9734B7-C820-1135-FB41-5634300308E2}"/>
              </a:ext>
            </a:extLst>
          </p:cNvPr>
          <p:cNvCxnSpPr>
            <a:cxnSpLocks/>
          </p:cNvCxnSpPr>
          <p:nvPr/>
        </p:nvCxnSpPr>
        <p:spPr>
          <a:xfrm>
            <a:off x="6608783" y="3636408"/>
            <a:ext cx="2833981" cy="0"/>
          </a:xfrm>
          <a:prstGeom prst="line">
            <a:avLst/>
          </a:prstGeom>
          <a:ln w="57150" cap="rnd">
            <a:solidFill>
              <a:srgbClr val="FF0000"/>
            </a:solidFill>
            <a:round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Graphic 21">
            <a:extLst>
              <a:ext uri="{FF2B5EF4-FFF2-40B4-BE49-F238E27FC236}">
                <a16:creationId xmlns:a16="http://schemas.microsoft.com/office/drawing/2014/main" id="{1DB371CC-019B-1897-3FB3-00A5445E13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8200" y="4278314"/>
            <a:ext cx="523717" cy="56015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DCACDAE9-7D2B-1DEB-AB33-BDFE01AAC001}"/>
              </a:ext>
            </a:extLst>
          </p:cNvPr>
          <p:cNvSpPr txBox="1"/>
          <p:nvPr/>
        </p:nvSpPr>
        <p:spPr>
          <a:xfrm>
            <a:off x="447182" y="4838464"/>
            <a:ext cx="12366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Terminal</a:t>
            </a:r>
          </a:p>
          <a:p>
            <a:pPr algn="ctr"/>
            <a:r>
              <a:rPr lang="en-US"/>
              <a:t>Dashboard</a:t>
            </a:r>
            <a:endParaRPr lang="en-MY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BE3F2E1-AC04-F479-C901-CADEE52A6BFC}"/>
              </a:ext>
            </a:extLst>
          </p:cNvPr>
          <p:cNvSpPr txBox="1"/>
          <p:nvPr/>
        </p:nvSpPr>
        <p:spPr>
          <a:xfrm>
            <a:off x="4749521" y="5089891"/>
            <a:ext cx="270246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Backend Server</a:t>
            </a:r>
          </a:p>
          <a:p>
            <a:pPr algn="ctr"/>
            <a:r>
              <a:rPr lang="en-US" sz="1200"/>
              <a:t>(Python, Flask, Socket.IO, eventlet)</a:t>
            </a:r>
            <a:endParaRPr lang="en-MY" sz="120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E3B28E5-2A7A-3E45-0628-39B8F2D8D1AC}"/>
              </a:ext>
            </a:extLst>
          </p:cNvPr>
          <p:cNvGrpSpPr/>
          <p:nvPr/>
        </p:nvGrpSpPr>
        <p:grpSpPr>
          <a:xfrm>
            <a:off x="9616408" y="3201701"/>
            <a:ext cx="1379124" cy="1959928"/>
            <a:chOff x="10436914" y="3201701"/>
            <a:chExt cx="1379124" cy="1959928"/>
          </a:xfrm>
        </p:grpSpPr>
        <p:pic>
          <p:nvPicPr>
            <p:cNvPr id="43" name="Graphic 42">
              <a:extLst>
                <a:ext uri="{FF2B5EF4-FFF2-40B4-BE49-F238E27FC236}">
                  <a16:creationId xmlns:a16="http://schemas.microsoft.com/office/drawing/2014/main" id="{E02712CA-C6B0-AD66-BB88-97A863A355D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436914" y="3201701"/>
              <a:ext cx="1379124" cy="931987"/>
            </a:xfrm>
            <a:prstGeom prst="rect">
              <a:avLst/>
            </a:prstGeom>
          </p:spPr>
        </p:pic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DD75D8F4-669E-EF9A-B764-0DFB889C752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821897" y="3299823"/>
              <a:ext cx="609159" cy="609159"/>
            </a:xfrm>
            <a:prstGeom prst="rect">
              <a:avLst/>
            </a:prstGeom>
          </p:spPr>
        </p:pic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F827DAEE-8AD7-85CF-E711-0324C23AC2B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864618" y="4239640"/>
              <a:ext cx="523717" cy="56015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0AF580E-96F7-710E-5233-56820ADD5A76}"/>
                </a:ext>
              </a:extLst>
            </p:cNvPr>
            <p:cNvSpPr txBox="1"/>
            <p:nvPr/>
          </p:nvSpPr>
          <p:spPr>
            <a:xfrm>
              <a:off x="10508134" y="4792297"/>
              <a:ext cx="123668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/>
                <a:t>Display</a:t>
              </a:r>
              <a:endParaRPr lang="en-MY"/>
            </a:p>
          </p:txBody>
        </p:sp>
      </p:grpSp>
      <p:pic>
        <p:nvPicPr>
          <p:cNvPr id="28" name="Graphic 27">
            <a:extLst>
              <a:ext uri="{FF2B5EF4-FFF2-40B4-BE49-F238E27FC236}">
                <a16:creationId xmlns:a16="http://schemas.microsoft.com/office/drawing/2014/main" id="{C7FC86A5-68EB-F2E2-933B-261FA8C69F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25402" y="783785"/>
            <a:ext cx="1024581" cy="745608"/>
          </a:xfrm>
          <a:prstGeom prst="rect">
            <a:avLst/>
          </a:prstGeom>
        </p:spPr>
      </p:pic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E15435F-EF54-82B6-3354-CA9E63589CFC}"/>
              </a:ext>
            </a:extLst>
          </p:cNvPr>
          <p:cNvCxnSpPr>
            <a:cxnSpLocks/>
          </p:cNvCxnSpPr>
          <p:nvPr/>
        </p:nvCxnSpPr>
        <p:spPr>
          <a:xfrm flipV="1">
            <a:off x="6515100" y="1513315"/>
            <a:ext cx="1510302" cy="1322352"/>
          </a:xfrm>
          <a:prstGeom prst="line">
            <a:avLst/>
          </a:prstGeom>
          <a:ln w="57150" cap="sq">
            <a:solidFill>
              <a:schemeClr val="accent5">
                <a:lumMod val="60000"/>
                <a:lumOff val="40000"/>
              </a:schemeClr>
            </a:solidFill>
            <a:prstDash val="sysDot"/>
            <a:bevel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Graphic 35">
            <a:extLst>
              <a:ext uri="{FF2B5EF4-FFF2-40B4-BE49-F238E27FC236}">
                <a16:creationId xmlns:a16="http://schemas.microsoft.com/office/drawing/2014/main" id="{849FD37C-DEB8-4259-0623-AD8B98A215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65120" y="898267"/>
            <a:ext cx="523717" cy="560150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1FB7CBA2-F013-F587-DB6F-EE7E8C21157E}"/>
              </a:ext>
            </a:extLst>
          </p:cNvPr>
          <p:cNvSpPr txBox="1"/>
          <p:nvPr/>
        </p:nvSpPr>
        <p:spPr>
          <a:xfrm>
            <a:off x="9916337" y="1026197"/>
            <a:ext cx="13029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Mobile-Link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0DD3F4F-D01B-A9DD-A8E8-585D007F720A}"/>
              </a:ext>
            </a:extLst>
          </p:cNvPr>
          <p:cNvSpPr txBox="1"/>
          <p:nvPr/>
        </p:nvSpPr>
        <p:spPr>
          <a:xfrm>
            <a:off x="7810666" y="1473247"/>
            <a:ext cx="14966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/>
              <a:t>Google Firebase</a:t>
            </a:r>
            <a:endParaRPr lang="en-MY" sz="160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57E79BE-820F-FEF5-3810-FCB661E71B7F}"/>
              </a:ext>
            </a:extLst>
          </p:cNvPr>
          <p:cNvSpPr txBox="1"/>
          <p:nvPr/>
        </p:nvSpPr>
        <p:spPr>
          <a:xfrm>
            <a:off x="2834384" y="3676477"/>
            <a:ext cx="14966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>
                <a:solidFill>
                  <a:schemeClr val="accent6">
                    <a:lumMod val="50000"/>
                  </a:schemeClr>
                </a:solidFill>
              </a:rPr>
              <a:t>Websocket</a:t>
            </a:r>
            <a:endParaRPr lang="en-MY" sz="1400" i="1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BFE19C3-F144-53BC-AE2F-3013EDA900EA}"/>
              </a:ext>
            </a:extLst>
          </p:cNvPr>
          <p:cNvSpPr txBox="1"/>
          <p:nvPr/>
        </p:nvSpPr>
        <p:spPr>
          <a:xfrm>
            <a:off x="6977684" y="3676477"/>
            <a:ext cx="14966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>
                <a:solidFill>
                  <a:schemeClr val="accent6">
                    <a:lumMod val="50000"/>
                  </a:schemeClr>
                </a:solidFill>
              </a:rPr>
              <a:t>Websocket</a:t>
            </a:r>
            <a:endParaRPr lang="en-MY" sz="1400" i="1">
              <a:solidFill>
                <a:schemeClr val="accent6">
                  <a:lumMod val="50000"/>
                </a:schemeClr>
              </a:solidFill>
            </a:endParaRP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0FA75616-DCD3-EBEA-30AD-D1A776305758}"/>
              </a:ext>
            </a:extLst>
          </p:cNvPr>
          <p:cNvGrpSpPr/>
          <p:nvPr/>
        </p:nvGrpSpPr>
        <p:grpSpPr>
          <a:xfrm>
            <a:off x="343153" y="2835667"/>
            <a:ext cx="1617176" cy="1684048"/>
            <a:chOff x="938774" y="2292197"/>
            <a:chExt cx="1088218" cy="1088218"/>
          </a:xfrm>
        </p:grpSpPr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6DA6ECFC-7C48-CBAF-4B45-E3F77AD953C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51741" y="2607985"/>
              <a:ext cx="323316" cy="323316"/>
            </a:xfrm>
            <a:prstGeom prst="rect">
              <a:avLst/>
            </a:prstGeom>
          </p:spPr>
        </p:pic>
        <p:pic>
          <p:nvPicPr>
            <p:cNvPr id="44" name="Graphic 43" descr="Computer with solid fill">
              <a:extLst>
                <a:ext uri="{FF2B5EF4-FFF2-40B4-BE49-F238E27FC236}">
                  <a16:creationId xmlns:a16="http://schemas.microsoft.com/office/drawing/2014/main" id="{A1B84F0D-6677-3F7E-AA47-C127387786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38774" y="2292197"/>
              <a:ext cx="1088218" cy="1088218"/>
            </a:xfrm>
            <a:prstGeom prst="rect">
              <a:avLst/>
            </a:prstGeom>
          </p:spPr>
        </p:pic>
      </p:grpSp>
      <p:pic>
        <p:nvPicPr>
          <p:cNvPr id="50" name="Picture 49">
            <a:extLst>
              <a:ext uri="{FF2B5EF4-FFF2-40B4-BE49-F238E27FC236}">
                <a16:creationId xmlns:a16="http://schemas.microsoft.com/office/drawing/2014/main" id="{1EEEB038-70C9-4928-EA0D-82CD7BDD0E9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32362" y="0"/>
            <a:ext cx="659638" cy="65963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2DECD33-1162-E741-8B35-C017EEE35740}"/>
              </a:ext>
            </a:extLst>
          </p:cNvPr>
          <p:cNvSpPr txBox="1"/>
          <p:nvPr/>
        </p:nvSpPr>
        <p:spPr>
          <a:xfrm>
            <a:off x="8350298" y="3336214"/>
            <a:ext cx="778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1">
                <a:solidFill>
                  <a:srgbClr val="C00000"/>
                </a:solidFill>
              </a:rPr>
              <a:t>Intranet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30E9C4-05A2-EA88-D815-1067000982C4}"/>
              </a:ext>
            </a:extLst>
          </p:cNvPr>
          <p:cNvSpPr txBox="1"/>
          <p:nvPr/>
        </p:nvSpPr>
        <p:spPr>
          <a:xfrm rot="19264072">
            <a:off x="6751131" y="1918138"/>
            <a:ext cx="778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1">
                <a:solidFill>
                  <a:schemeClr val="accent5">
                    <a:lumMod val="75000"/>
                  </a:schemeClr>
                </a:solidFill>
              </a:rPr>
              <a:t>Internet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E17EC0-5E8C-ED50-C344-5914529ECCC2}"/>
              </a:ext>
            </a:extLst>
          </p:cNvPr>
          <p:cNvSpPr txBox="1"/>
          <p:nvPr/>
        </p:nvSpPr>
        <p:spPr>
          <a:xfrm>
            <a:off x="240611" y="6114473"/>
            <a:ext cx="179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1"/>
              <a:t>Staff Farmasi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A5756E-FC0F-584A-94EC-6BA484206346}"/>
              </a:ext>
            </a:extLst>
          </p:cNvPr>
          <p:cNvSpPr txBox="1"/>
          <p:nvPr/>
        </p:nvSpPr>
        <p:spPr>
          <a:xfrm>
            <a:off x="9377996" y="6081740"/>
            <a:ext cx="1946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1"/>
              <a:t>Pesakit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0B1A45-D39D-5ADD-5C1B-DBFBE7D55619}"/>
              </a:ext>
            </a:extLst>
          </p:cNvPr>
          <p:cNvSpPr txBox="1"/>
          <p:nvPr/>
        </p:nvSpPr>
        <p:spPr>
          <a:xfrm>
            <a:off x="4495380" y="3336214"/>
            <a:ext cx="778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1">
                <a:solidFill>
                  <a:srgbClr val="C00000"/>
                </a:solidFill>
              </a:rPr>
              <a:t>Intranet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ADF1F61-FEED-CE9F-F91E-E2FBE734452C}"/>
              </a:ext>
            </a:extLst>
          </p:cNvPr>
          <p:cNvCxnSpPr>
            <a:cxnSpLocks/>
          </p:cNvCxnSpPr>
          <p:nvPr/>
        </p:nvCxnSpPr>
        <p:spPr>
          <a:xfrm flipH="1">
            <a:off x="4794932" y="4040320"/>
            <a:ext cx="701217" cy="602076"/>
          </a:xfrm>
          <a:prstGeom prst="line">
            <a:avLst/>
          </a:prstGeom>
          <a:ln w="57150" cap="sq">
            <a:solidFill>
              <a:srgbClr val="7030A0"/>
            </a:solidFill>
            <a:prstDash val="sysDot"/>
            <a:bevel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4ECC81EC-404B-B9F5-4213-4C0FD7A2DD58}"/>
              </a:ext>
            </a:extLst>
          </p:cNvPr>
          <p:cNvSpPr txBox="1"/>
          <p:nvPr/>
        </p:nvSpPr>
        <p:spPr>
          <a:xfrm>
            <a:off x="3182305" y="4484521"/>
            <a:ext cx="1236683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CSV file</a:t>
            </a:r>
          </a:p>
          <a:p>
            <a:pPr algn="ctr"/>
            <a:r>
              <a:rPr lang="en-US" sz="1000"/>
              <a:t>(Temporary Database)</a:t>
            </a:r>
            <a:endParaRPr lang="en-MY" sz="1000"/>
          </a:p>
        </p:txBody>
      </p:sp>
      <p:pic>
        <p:nvPicPr>
          <p:cNvPr id="35" name="Graphic 34">
            <a:extLst>
              <a:ext uri="{FF2B5EF4-FFF2-40B4-BE49-F238E27FC236}">
                <a16:creationId xmlns:a16="http://schemas.microsoft.com/office/drawing/2014/main" id="{4C2C3733-C802-8930-22A9-6A415890D4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269293" y="4434557"/>
            <a:ext cx="525639" cy="538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66826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Rectangle 85">
            <a:extLst>
              <a:ext uri="{FF2B5EF4-FFF2-40B4-BE49-F238E27FC236}">
                <a16:creationId xmlns:a16="http://schemas.microsoft.com/office/drawing/2014/main" id="{90E493AA-B1BB-CD13-9525-6FCB9233DE5E}"/>
              </a:ext>
            </a:extLst>
          </p:cNvPr>
          <p:cNvSpPr/>
          <p:nvPr/>
        </p:nvSpPr>
        <p:spPr>
          <a:xfrm>
            <a:off x="4976603" y="1496291"/>
            <a:ext cx="1660896" cy="46181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465E93D0-452B-E81E-D666-FBCF435612B2}"/>
              </a:ext>
            </a:extLst>
          </p:cNvPr>
          <p:cNvSpPr/>
          <p:nvPr/>
        </p:nvSpPr>
        <p:spPr>
          <a:xfrm>
            <a:off x="9116292" y="1496291"/>
            <a:ext cx="2530763" cy="46181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6C669FD4-7F23-DC36-422B-A4FEA88BCE6C}"/>
              </a:ext>
            </a:extLst>
          </p:cNvPr>
          <p:cNvSpPr/>
          <p:nvPr/>
        </p:nvSpPr>
        <p:spPr>
          <a:xfrm>
            <a:off x="757382" y="1496291"/>
            <a:ext cx="2017520" cy="46181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9FC46B56-60EB-CB0C-0A02-2C5EFF92C373}"/>
              </a:ext>
            </a:extLst>
          </p:cNvPr>
          <p:cNvCxnSpPr>
            <a:cxnSpLocks/>
          </p:cNvCxnSpPr>
          <p:nvPr/>
        </p:nvCxnSpPr>
        <p:spPr>
          <a:xfrm flipV="1">
            <a:off x="5836393" y="3692836"/>
            <a:ext cx="12024" cy="604838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60FFCD98-D469-FEA3-ACD4-0422042DF640}"/>
              </a:ext>
            </a:extLst>
          </p:cNvPr>
          <p:cNvCxnSpPr>
            <a:cxnSpLocks/>
          </p:cNvCxnSpPr>
          <p:nvPr/>
        </p:nvCxnSpPr>
        <p:spPr>
          <a:xfrm flipH="1">
            <a:off x="8466535" y="2465473"/>
            <a:ext cx="1398033" cy="0"/>
          </a:xfrm>
          <a:prstGeom prst="line">
            <a:avLst/>
          </a:prstGeom>
          <a:ln w="571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phic 8" descr="Laptop with solid fill">
            <a:extLst>
              <a:ext uri="{FF2B5EF4-FFF2-40B4-BE49-F238E27FC236}">
                <a16:creationId xmlns:a16="http://schemas.microsoft.com/office/drawing/2014/main" id="{F56B71EA-2CF8-7CA1-E997-A7D0CE1965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58428" y="3637822"/>
            <a:ext cx="1062854" cy="1062854"/>
          </a:xfrm>
          <a:prstGeom prst="rect">
            <a:avLst/>
          </a:prstGeom>
        </p:spPr>
      </p:pic>
      <p:pic>
        <p:nvPicPr>
          <p:cNvPr id="15" name="Graphic 14" descr="Smart Phone with solid fill">
            <a:extLst>
              <a:ext uri="{FF2B5EF4-FFF2-40B4-BE49-F238E27FC236}">
                <a16:creationId xmlns:a16="http://schemas.microsoft.com/office/drawing/2014/main" id="{6BAD8945-B393-F675-E2DB-FFF6F68D8B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19605" y="4616544"/>
            <a:ext cx="914400" cy="914400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57375C90-F85B-13AF-CDB8-CB2327B1FD50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73034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b="1" noProof="1">
                <a:latin typeface="Roboto" panose="02000000000000000000" pitchFamily="2" charset="0"/>
                <a:ea typeface="Roboto" panose="02000000000000000000" pitchFamily="2" charset="0"/>
              </a:rPr>
              <a:t>Setup 1 – Host di Local Server ICT</a:t>
            </a:r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594553E0-9479-924F-E0F9-967EF5E63C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661809" y="1999478"/>
            <a:ext cx="1379124" cy="931987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2842185F-8045-A41D-D137-A3BAF5EBE1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98394" y="2100299"/>
            <a:ext cx="368141" cy="730344"/>
          </a:xfrm>
          <a:prstGeom prst="rect">
            <a:avLst/>
          </a:prstGeom>
        </p:spPr>
      </p:pic>
      <p:grpSp>
        <p:nvGrpSpPr>
          <p:cNvPr id="69" name="Group 68">
            <a:extLst>
              <a:ext uri="{FF2B5EF4-FFF2-40B4-BE49-F238E27FC236}">
                <a16:creationId xmlns:a16="http://schemas.microsoft.com/office/drawing/2014/main" id="{21ED8933-BCED-7707-8C04-8E66DD87A6B4}"/>
              </a:ext>
            </a:extLst>
          </p:cNvPr>
          <p:cNvGrpSpPr/>
          <p:nvPr/>
        </p:nvGrpSpPr>
        <p:grpSpPr>
          <a:xfrm>
            <a:off x="1158428" y="1618921"/>
            <a:ext cx="1088218" cy="1329885"/>
            <a:chOff x="1427724" y="1618921"/>
            <a:chExt cx="1088218" cy="1329885"/>
          </a:xfrm>
        </p:grpSpPr>
        <p:pic>
          <p:nvPicPr>
            <p:cNvPr id="7" name="Graphic 6" descr="Computer with solid fill">
              <a:extLst>
                <a:ext uri="{FF2B5EF4-FFF2-40B4-BE49-F238E27FC236}">
                  <a16:creationId xmlns:a16="http://schemas.microsoft.com/office/drawing/2014/main" id="{43AC1457-D04A-CD10-BEC1-1EF62C357B8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427724" y="1618921"/>
              <a:ext cx="1088218" cy="1088218"/>
            </a:xfrm>
            <a:prstGeom prst="rect">
              <a:avLst/>
            </a:prstGeom>
          </p:spPr>
        </p:pic>
        <p:pic>
          <p:nvPicPr>
            <p:cNvPr id="24" name="Graphic 23">
              <a:extLst>
                <a:ext uri="{FF2B5EF4-FFF2-40B4-BE49-F238E27FC236}">
                  <a16:creationId xmlns:a16="http://schemas.microsoft.com/office/drawing/2014/main" id="{2198EFAB-D574-A6FD-FE29-8A60E790A1B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427724" y="2465472"/>
              <a:ext cx="1066667" cy="483334"/>
            </a:xfrm>
            <a:prstGeom prst="rect">
              <a:avLst/>
            </a:prstGeom>
          </p:spPr>
        </p:pic>
      </p:grp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5A24206C-A7ED-BF81-6E1D-25B432942759}"/>
              </a:ext>
            </a:extLst>
          </p:cNvPr>
          <p:cNvCxnSpPr>
            <a:cxnSpLocks/>
          </p:cNvCxnSpPr>
          <p:nvPr/>
        </p:nvCxnSpPr>
        <p:spPr>
          <a:xfrm>
            <a:off x="2367472" y="2465471"/>
            <a:ext cx="3004628" cy="963529"/>
          </a:xfrm>
          <a:prstGeom prst="bentConnector3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F604257-4998-B40B-CE99-92CE384EC1DA}"/>
              </a:ext>
            </a:extLst>
          </p:cNvPr>
          <p:cNvCxnSpPr>
            <a:cxnSpLocks/>
          </p:cNvCxnSpPr>
          <p:nvPr/>
        </p:nvCxnSpPr>
        <p:spPr>
          <a:xfrm flipV="1">
            <a:off x="4474369" y="3893583"/>
            <a:ext cx="1014412" cy="668799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76CEAF19-EE20-7A39-88D0-29BD38952AA9}"/>
              </a:ext>
            </a:extLst>
          </p:cNvPr>
          <p:cNvCxnSpPr>
            <a:cxnSpLocks/>
            <a:endCxn id="22" idx="1"/>
          </p:cNvCxnSpPr>
          <p:nvPr/>
        </p:nvCxnSpPr>
        <p:spPr>
          <a:xfrm flipV="1">
            <a:off x="6332220" y="2465471"/>
            <a:ext cx="1766174" cy="963529"/>
          </a:xfrm>
          <a:prstGeom prst="bentConnector3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Graphic 22">
            <a:extLst>
              <a:ext uri="{FF2B5EF4-FFF2-40B4-BE49-F238E27FC236}">
                <a16:creationId xmlns:a16="http://schemas.microsoft.com/office/drawing/2014/main" id="{BBEEFDFC-D799-21E6-8E66-CF36F50929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39005" y="4297674"/>
            <a:ext cx="556995" cy="806004"/>
          </a:xfrm>
          <a:prstGeom prst="rect">
            <a:avLst/>
          </a:prstGeom>
        </p:spPr>
      </p:pic>
      <p:pic>
        <p:nvPicPr>
          <p:cNvPr id="11" name="Graphic 10" descr="Social network with solid fill">
            <a:extLst>
              <a:ext uri="{FF2B5EF4-FFF2-40B4-BE49-F238E27FC236}">
                <a16:creationId xmlns:a16="http://schemas.microsoft.com/office/drawing/2014/main" id="{2BF85936-7DB2-70A3-33EA-550791C192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71412" y="2930055"/>
            <a:ext cx="1167744" cy="1167744"/>
          </a:xfrm>
          <a:prstGeom prst="rect">
            <a:avLst/>
          </a:prstGeom>
        </p:spPr>
      </p:pic>
      <p:pic>
        <p:nvPicPr>
          <p:cNvPr id="57" name="Graphic 56">
            <a:extLst>
              <a:ext uri="{FF2B5EF4-FFF2-40B4-BE49-F238E27FC236}">
                <a16:creationId xmlns:a16="http://schemas.microsoft.com/office/drawing/2014/main" id="{AF23B584-29EC-B8AA-FD54-1C6B3AB8DB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796368" y="4216496"/>
            <a:ext cx="769185" cy="644114"/>
          </a:xfrm>
          <a:prstGeom prst="rect">
            <a:avLst/>
          </a:prstGeom>
        </p:spPr>
      </p:pic>
      <p:sp>
        <p:nvSpPr>
          <p:cNvPr id="87" name="TextBox 86">
            <a:extLst>
              <a:ext uri="{FF2B5EF4-FFF2-40B4-BE49-F238E27FC236}">
                <a16:creationId xmlns:a16="http://schemas.microsoft.com/office/drawing/2014/main" id="{8082C00E-A445-1FA1-B0B4-3B834BC23CE6}"/>
              </a:ext>
            </a:extLst>
          </p:cNvPr>
          <p:cNvSpPr txBox="1"/>
          <p:nvPr/>
        </p:nvSpPr>
        <p:spPr>
          <a:xfrm>
            <a:off x="8698833" y="2128874"/>
            <a:ext cx="778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1">
                <a:solidFill>
                  <a:schemeClr val="accent1"/>
                </a:solidFill>
              </a:rPr>
              <a:t>HDMI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6A8EA41-0540-3F8C-665E-2B39CE6DEAF6}"/>
              </a:ext>
            </a:extLst>
          </p:cNvPr>
          <p:cNvSpPr txBox="1"/>
          <p:nvPr/>
        </p:nvSpPr>
        <p:spPr>
          <a:xfrm>
            <a:off x="2956116" y="2105098"/>
            <a:ext cx="778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1">
                <a:solidFill>
                  <a:srgbClr val="C00000"/>
                </a:solidFill>
              </a:rPr>
              <a:t>LAN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0FE01F4-D1A5-BA76-E994-F8C0F9D6A64A}"/>
              </a:ext>
            </a:extLst>
          </p:cNvPr>
          <p:cNvSpPr txBox="1"/>
          <p:nvPr/>
        </p:nvSpPr>
        <p:spPr>
          <a:xfrm>
            <a:off x="7290170" y="2105098"/>
            <a:ext cx="778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1">
                <a:solidFill>
                  <a:srgbClr val="C00000"/>
                </a:solidFill>
              </a:rPr>
              <a:t>LAN</a:t>
            </a:r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4DC68FD1-C169-64F3-0CA4-66C9A1517260}"/>
              </a:ext>
            </a:extLst>
          </p:cNvPr>
          <p:cNvGrpSpPr/>
          <p:nvPr/>
        </p:nvGrpSpPr>
        <p:grpSpPr>
          <a:xfrm>
            <a:off x="2653072" y="4139902"/>
            <a:ext cx="624064" cy="525373"/>
            <a:chOff x="7198179" y="4875182"/>
            <a:chExt cx="624064" cy="525373"/>
          </a:xfrm>
        </p:grpSpPr>
        <p:pic>
          <p:nvPicPr>
            <p:cNvPr id="68" name="Graphic 67">
              <a:extLst>
                <a:ext uri="{FF2B5EF4-FFF2-40B4-BE49-F238E27FC236}">
                  <a16:creationId xmlns:a16="http://schemas.microsoft.com/office/drawing/2014/main" id="{FDF4873A-CAAA-A45B-FFB3-04842348F7D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325907" y="4875182"/>
              <a:ext cx="368609" cy="284698"/>
            </a:xfrm>
            <a:prstGeom prst="rect">
              <a:avLst/>
            </a:prstGeom>
          </p:spPr>
        </p:pic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97FF1007-36B0-5D93-3C73-6DBDE7120F85}"/>
                </a:ext>
              </a:extLst>
            </p:cNvPr>
            <p:cNvSpPr txBox="1"/>
            <p:nvPr/>
          </p:nvSpPr>
          <p:spPr>
            <a:xfrm>
              <a:off x="7198179" y="5123556"/>
              <a:ext cx="6240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noProof="1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WIFI</a:t>
              </a:r>
              <a:endParaRPr lang="en-US" b="1" noProof="1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</p:grpSp>
      <p:sp>
        <p:nvSpPr>
          <p:cNvPr id="91" name="TextBox 90">
            <a:extLst>
              <a:ext uri="{FF2B5EF4-FFF2-40B4-BE49-F238E27FC236}">
                <a16:creationId xmlns:a16="http://schemas.microsoft.com/office/drawing/2014/main" id="{F1F39AA4-FF8A-728F-4423-521A61FCFD7F}"/>
              </a:ext>
            </a:extLst>
          </p:cNvPr>
          <p:cNvSpPr txBox="1"/>
          <p:nvPr/>
        </p:nvSpPr>
        <p:spPr>
          <a:xfrm>
            <a:off x="854072" y="6114473"/>
            <a:ext cx="179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1"/>
              <a:t>Kaunter Farmasi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63B986D-8E66-50B4-057B-692800AA9099}"/>
              </a:ext>
            </a:extLst>
          </p:cNvPr>
          <p:cNvSpPr txBox="1"/>
          <p:nvPr/>
        </p:nvSpPr>
        <p:spPr>
          <a:xfrm>
            <a:off x="9377996" y="6081740"/>
            <a:ext cx="1946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1"/>
              <a:t>Ruang Menunggu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DC15545-D999-A0FC-D74D-0E4F5CC1F874}"/>
              </a:ext>
            </a:extLst>
          </p:cNvPr>
          <p:cNvSpPr txBox="1"/>
          <p:nvPr/>
        </p:nvSpPr>
        <p:spPr>
          <a:xfrm>
            <a:off x="5192792" y="5141338"/>
            <a:ext cx="13832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i="1" noProof="1"/>
              <a:t>hsgmt20</a:t>
            </a:r>
            <a:endParaRPr lang="en-US" b="1" i="1" noProof="1"/>
          </a:p>
        </p:txBody>
      </p:sp>
      <p:pic>
        <p:nvPicPr>
          <p:cNvPr id="95" name="Graphic 94">
            <a:extLst>
              <a:ext uri="{FF2B5EF4-FFF2-40B4-BE49-F238E27FC236}">
                <a16:creationId xmlns:a16="http://schemas.microsoft.com/office/drawing/2014/main" id="{18FFCB86-5753-7CA4-FA91-3FFB4AE39F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795885" y="4187571"/>
            <a:ext cx="1171575" cy="981075"/>
          </a:xfrm>
          <a:prstGeom prst="rect">
            <a:avLst/>
          </a:prstGeom>
        </p:spPr>
      </p:pic>
      <p:sp>
        <p:nvSpPr>
          <p:cNvPr id="98" name="TextBox 97">
            <a:extLst>
              <a:ext uri="{FF2B5EF4-FFF2-40B4-BE49-F238E27FC236}">
                <a16:creationId xmlns:a16="http://schemas.microsoft.com/office/drawing/2014/main" id="{36712CBD-F199-B367-19C2-C03B621C4CE2}"/>
              </a:ext>
            </a:extLst>
          </p:cNvPr>
          <p:cNvSpPr txBox="1"/>
          <p:nvPr/>
        </p:nvSpPr>
        <p:spPr>
          <a:xfrm>
            <a:off x="9864568" y="5200135"/>
            <a:ext cx="9736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1">
                <a:solidFill>
                  <a:schemeClr val="accent6">
                    <a:lumMod val="50000"/>
                  </a:schemeClr>
                </a:solidFill>
              </a:rPr>
              <a:t>Pesakit</a:t>
            </a:r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E0D6CCDC-1CF2-D5D0-0F53-C8DEC1CC9883}"/>
              </a:ext>
            </a:extLst>
          </p:cNvPr>
          <p:cNvCxnSpPr>
            <a:cxnSpLocks/>
          </p:cNvCxnSpPr>
          <p:nvPr/>
        </p:nvCxnSpPr>
        <p:spPr>
          <a:xfrm>
            <a:off x="2303994" y="4700676"/>
            <a:ext cx="1322220" cy="0"/>
          </a:xfrm>
          <a:prstGeom prst="line">
            <a:avLst/>
          </a:prstGeom>
          <a:ln w="762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CEF9CF59-F2FB-3FF4-DF37-EE4793CB3AEA}"/>
              </a:ext>
            </a:extLst>
          </p:cNvPr>
          <p:cNvSpPr txBox="1"/>
          <p:nvPr/>
        </p:nvSpPr>
        <p:spPr>
          <a:xfrm>
            <a:off x="5192792" y="2784720"/>
            <a:ext cx="132498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noProof="1"/>
              <a:t>Intranet Network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07C3C1E-9F49-E04A-7D39-89D261042958}"/>
              </a:ext>
            </a:extLst>
          </p:cNvPr>
          <p:cNvSpPr txBox="1"/>
          <p:nvPr/>
        </p:nvSpPr>
        <p:spPr>
          <a:xfrm>
            <a:off x="3659005" y="4864792"/>
            <a:ext cx="10658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noProof="1"/>
              <a:t>Access Point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2FBDCEFA-3ADF-FB15-53DB-1E7F983D18CB}"/>
              </a:ext>
            </a:extLst>
          </p:cNvPr>
          <p:cNvSpPr txBox="1"/>
          <p:nvPr/>
        </p:nvSpPr>
        <p:spPr>
          <a:xfrm>
            <a:off x="8098394" y="2858579"/>
            <a:ext cx="38947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noProof="1"/>
              <a:t>PC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6FB8BB88-E110-D783-2287-9277B38F636C}"/>
              </a:ext>
            </a:extLst>
          </p:cNvPr>
          <p:cNvSpPr txBox="1"/>
          <p:nvPr/>
        </p:nvSpPr>
        <p:spPr>
          <a:xfrm>
            <a:off x="10156634" y="2930055"/>
            <a:ext cx="38947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noProof="1"/>
              <a:t>TV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0D3B678-10B2-A7CA-EA00-D77F1FC403A5}"/>
              </a:ext>
            </a:extLst>
          </p:cNvPr>
          <p:cNvSpPr txBox="1"/>
          <p:nvPr/>
        </p:nvSpPr>
        <p:spPr>
          <a:xfrm>
            <a:off x="1271674" y="2985267"/>
            <a:ext cx="6902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noProof="1"/>
              <a:t>Desktop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CB58125-EE4B-C56D-D5C6-08D357FBD047}"/>
              </a:ext>
            </a:extLst>
          </p:cNvPr>
          <p:cNvSpPr txBox="1"/>
          <p:nvPr/>
        </p:nvSpPr>
        <p:spPr>
          <a:xfrm>
            <a:off x="1331676" y="5556114"/>
            <a:ext cx="6902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noProof="1"/>
              <a:t>Mobile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4F1D932-BEC4-33B2-83AC-1ECAA1F01727}"/>
              </a:ext>
            </a:extLst>
          </p:cNvPr>
          <p:cNvSpPr txBox="1"/>
          <p:nvPr/>
        </p:nvSpPr>
        <p:spPr>
          <a:xfrm>
            <a:off x="4882417" y="6114473"/>
            <a:ext cx="179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1"/>
              <a:t>Bilik Server ICT</a:t>
            </a:r>
          </a:p>
        </p:txBody>
      </p:sp>
      <p:sp>
        <p:nvSpPr>
          <p:cNvPr id="112" name="Graphic 110">
            <a:extLst>
              <a:ext uri="{FF2B5EF4-FFF2-40B4-BE49-F238E27FC236}">
                <a16:creationId xmlns:a16="http://schemas.microsoft.com/office/drawing/2014/main" id="{8C6B4D49-9024-D531-81F7-399AF1BFAC7B}"/>
              </a:ext>
            </a:extLst>
          </p:cNvPr>
          <p:cNvSpPr/>
          <p:nvPr/>
        </p:nvSpPr>
        <p:spPr>
          <a:xfrm>
            <a:off x="6166782" y="4526775"/>
            <a:ext cx="376081" cy="414874"/>
          </a:xfrm>
          <a:custGeom>
            <a:avLst/>
            <a:gdLst>
              <a:gd name="csX0" fmla="*/ 17121 w 376081"/>
              <a:gd name="csY0" fmla="*/ 210125 h 414874"/>
              <a:gd name="csX1" fmla="*/ 30668 w 376081"/>
              <a:gd name="csY1" fmla="*/ 210125 h 414874"/>
              <a:gd name="csX2" fmla="*/ 30668 w 376081"/>
              <a:gd name="csY2" fmla="*/ 42467 h 414874"/>
              <a:gd name="csX3" fmla="*/ 73135 w 376081"/>
              <a:gd name="csY3" fmla="*/ 0 h 414874"/>
              <a:gd name="csX4" fmla="*/ 259964 w 376081"/>
              <a:gd name="csY4" fmla="*/ 0 h 414874"/>
              <a:gd name="csX5" fmla="*/ 265143 w 376081"/>
              <a:gd name="csY5" fmla="*/ 2580 h 414874"/>
              <a:gd name="csX6" fmla="*/ 343663 w 376081"/>
              <a:gd name="csY6" fmla="*/ 87530 h 414874"/>
              <a:gd name="csX7" fmla="*/ 345379 w 376081"/>
              <a:gd name="csY7" fmla="*/ 91915 h 414874"/>
              <a:gd name="csX8" fmla="*/ 345413 w 376081"/>
              <a:gd name="csY8" fmla="*/ 91915 h 414874"/>
              <a:gd name="csX9" fmla="*/ 345413 w 376081"/>
              <a:gd name="csY9" fmla="*/ 210125 h 414874"/>
              <a:gd name="csX10" fmla="*/ 358960 w 376081"/>
              <a:gd name="csY10" fmla="*/ 210125 h 414874"/>
              <a:gd name="csX11" fmla="*/ 376081 w 376081"/>
              <a:gd name="csY11" fmla="*/ 227246 h 414874"/>
              <a:gd name="csX12" fmla="*/ 376081 w 376081"/>
              <a:gd name="csY12" fmla="*/ 360060 h 414874"/>
              <a:gd name="csX13" fmla="*/ 358960 w 376081"/>
              <a:gd name="csY13" fmla="*/ 377182 h 414874"/>
              <a:gd name="csX14" fmla="*/ 345134 w 376081"/>
              <a:gd name="csY14" fmla="*/ 377182 h 414874"/>
              <a:gd name="csX15" fmla="*/ 302945 w 376081"/>
              <a:gd name="csY15" fmla="*/ 414875 h 414874"/>
              <a:gd name="csX16" fmla="*/ 73135 w 376081"/>
              <a:gd name="csY16" fmla="*/ 414875 h 414874"/>
              <a:gd name="csX17" fmla="*/ 30943 w 376081"/>
              <a:gd name="csY17" fmla="*/ 377182 h 414874"/>
              <a:gd name="csX18" fmla="*/ 17121 w 376081"/>
              <a:gd name="csY18" fmla="*/ 377182 h 414874"/>
              <a:gd name="csX19" fmla="*/ 0 w 376081"/>
              <a:gd name="csY19" fmla="*/ 360060 h 414874"/>
              <a:gd name="csX20" fmla="*/ 0 w 376081"/>
              <a:gd name="csY20" fmla="*/ 227246 h 414874"/>
              <a:gd name="csX21" fmla="*/ 17121 w 376081"/>
              <a:gd name="csY21" fmla="*/ 210125 h 414874"/>
              <a:gd name="csX22" fmla="*/ 43650 w 376081"/>
              <a:gd name="csY22" fmla="*/ 210125 h 414874"/>
              <a:gd name="csX23" fmla="*/ 332431 w 376081"/>
              <a:gd name="csY23" fmla="*/ 210125 h 414874"/>
              <a:gd name="csX24" fmla="*/ 332431 w 376081"/>
              <a:gd name="csY24" fmla="*/ 110656 h 414874"/>
              <a:gd name="csX25" fmla="*/ 306317 w 376081"/>
              <a:gd name="csY25" fmla="*/ 110656 h 414874"/>
              <a:gd name="csX26" fmla="*/ 306317 w 376081"/>
              <a:gd name="csY26" fmla="*/ 110629 h 414874"/>
              <a:gd name="csX27" fmla="*/ 306217 w 376081"/>
              <a:gd name="csY27" fmla="*/ 110629 h 414874"/>
              <a:gd name="csX28" fmla="*/ 269957 w 376081"/>
              <a:gd name="csY28" fmla="*/ 98888 h 414874"/>
              <a:gd name="csX29" fmla="*/ 254946 w 376081"/>
              <a:gd name="csY29" fmla="*/ 66660 h 414874"/>
              <a:gd name="csX30" fmla="*/ 254886 w 376081"/>
              <a:gd name="csY30" fmla="*/ 65770 h 414874"/>
              <a:gd name="csX31" fmla="*/ 254886 w 376081"/>
              <a:gd name="csY31" fmla="*/ 12981 h 414874"/>
              <a:gd name="csX32" fmla="*/ 73135 w 376081"/>
              <a:gd name="csY32" fmla="*/ 12981 h 414874"/>
              <a:gd name="csX33" fmla="*/ 43650 w 376081"/>
              <a:gd name="csY33" fmla="*/ 42467 h 414874"/>
              <a:gd name="csX34" fmla="*/ 43650 w 376081"/>
              <a:gd name="csY34" fmla="*/ 210125 h 414874"/>
              <a:gd name="csX35" fmla="*/ 332028 w 376081"/>
              <a:gd name="csY35" fmla="*/ 377182 h 414874"/>
              <a:gd name="csX36" fmla="*/ 44047 w 376081"/>
              <a:gd name="csY36" fmla="*/ 377182 h 414874"/>
              <a:gd name="csX37" fmla="*/ 73135 w 376081"/>
              <a:gd name="csY37" fmla="*/ 401893 h 414874"/>
              <a:gd name="csX38" fmla="*/ 302945 w 376081"/>
              <a:gd name="csY38" fmla="*/ 401893 h 414874"/>
              <a:gd name="csX39" fmla="*/ 332028 w 376081"/>
              <a:gd name="csY39" fmla="*/ 377182 h 414874"/>
              <a:gd name="csX40" fmla="*/ 187896 w 376081"/>
              <a:gd name="csY40" fmla="*/ 107619 h 414874"/>
              <a:gd name="csX41" fmla="*/ 197221 w 376081"/>
              <a:gd name="csY41" fmla="*/ 101817 h 414874"/>
              <a:gd name="csX42" fmla="*/ 203023 w 376081"/>
              <a:gd name="csY42" fmla="*/ 111142 h 414874"/>
              <a:gd name="csX43" fmla="*/ 186186 w 376081"/>
              <a:gd name="csY43" fmla="*/ 183256 h 414874"/>
              <a:gd name="csX44" fmla="*/ 176862 w 376081"/>
              <a:gd name="csY44" fmla="*/ 189058 h 414874"/>
              <a:gd name="csX45" fmla="*/ 171060 w 376081"/>
              <a:gd name="csY45" fmla="*/ 179733 h 414874"/>
              <a:gd name="csX46" fmla="*/ 187896 w 376081"/>
              <a:gd name="csY46" fmla="*/ 107619 h 414874"/>
              <a:gd name="csX47" fmla="*/ 161539 w 376081"/>
              <a:gd name="csY47" fmla="*/ 165423 h 414874"/>
              <a:gd name="csX48" fmla="*/ 162268 w 376081"/>
              <a:gd name="csY48" fmla="*/ 176359 h 414874"/>
              <a:gd name="csX49" fmla="*/ 151331 w 376081"/>
              <a:gd name="csY49" fmla="*/ 177089 h 414874"/>
              <a:gd name="csX50" fmla="*/ 121866 w 376081"/>
              <a:gd name="csY50" fmla="*/ 151271 h 414874"/>
              <a:gd name="csX51" fmla="*/ 121136 w 376081"/>
              <a:gd name="csY51" fmla="*/ 140334 h 414874"/>
              <a:gd name="csX52" fmla="*/ 121892 w 376081"/>
              <a:gd name="csY52" fmla="*/ 139583 h 414874"/>
              <a:gd name="csX53" fmla="*/ 151331 w 376081"/>
              <a:gd name="csY53" fmla="*/ 113787 h 414874"/>
              <a:gd name="csX54" fmla="*/ 162268 w 376081"/>
              <a:gd name="csY54" fmla="*/ 114516 h 414874"/>
              <a:gd name="csX55" fmla="*/ 161539 w 376081"/>
              <a:gd name="csY55" fmla="*/ 125453 h 414874"/>
              <a:gd name="csX56" fmla="*/ 138731 w 376081"/>
              <a:gd name="csY56" fmla="*/ 145437 h 414874"/>
              <a:gd name="csX57" fmla="*/ 161539 w 376081"/>
              <a:gd name="csY57" fmla="*/ 165423 h 414874"/>
              <a:gd name="csX58" fmla="*/ 224751 w 376081"/>
              <a:gd name="csY58" fmla="*/ 177089 h 414874"/>
              <a:gd name="csX59" fmla="*/ 213815 w 376081"/>
              <a:gd name="csY59" fmla="*/ 176359 h 414874"/>
              <a:gd name="csX60" fmla="*/ 214544 w 376081"/>
              <a:gd name="csY60" fmla="*/ 165423 h 414874"/>
              <a:gd name="csX61" fmla="*/ 237352 w 376081"/>
              <a:gd name="csY61" fmla="*/ 145437 h 414874"/>
              <a:gd name="csX62" fmla="*/ 214544 w 376081"/>
              <a:gd name="csY62" fmla="*/ 125453 h 414874"/>
              <a:gd name="csX63" fmla="*/ 213815 w 376081"/>
              <a:gd name="csY63" fmla="*/ 114516 h 414874"/>
              <a:gd name="csX64" fmla="*/ 224751 w 376081"/>
              <a:gd name="csY64" fmla="*/ 113787 h 414874"/>
              <a:gd name="csX65" fmla="*/ 254188 w 376081"/>
              <a:gd name="csY65" fmla="*/ 139583 h 414874"/>
              <a:gd name="csX66" fmla="*/ 254944 w 376081"/>
              <a:gd name="csY66" fmla="*/ 140334 h 414874"/>
              <a:gd name="csX67" fmla="*/ 254215 w 376081"/>
              <a:gd name="csY67" fmla="*/ 151271 h 414874"/>
              <a:gd name="csX68" fmla="*/ 224751 w 376081"/>
              <a:gd name="csY68" fmla="*/ 177089 h 414874"/>
              <a:gd name="csX69" fmla="*/ 267850 w 376081"/>
              <a:gd name="csY69" fmla="*/ 24536 h 414874"/>
              <a:gd name="csX70" fmla="*/ 267850 w 376081"/>
              <a:gd name="csY70" fmla="*/ 65741 h 414874"/>
              <a:gd name="csX71" fmla="*/ 278362 w 376081"/>
              <a:gd name="csY71" fmla="*/ 89064 h 414874"/>
              <a:gd name="csX72" fmla="*/ 306317 w 376081"/>
              <a:gd name="csY72" fmla="*/ 97717 h 414874"/>
              <a:gd name="csX73" fmla="*/ 306317 w 376081"/>
              <a:gd name="csY73" fmla="*/ 97693 h 414874"/>
              <a:gd name="csX74" fmla="*/ 332431 w 376081"/>
              <a:gd name="csY74" fmla="*/ 97693 h 414874"/>
              <a:gd name="csX75" fmla="*/ 332431 w 376081"/>
              <a:gd name="csY75" fmla="*/ 94409 h 414874"/>
              <a:gd name="csX76" fmla="*/ 267850 w 376081"/>
              <a:gd name="csY76" fmla="*/ 24536 h 414874"/>
              <a:gd name="csX77" fmla="*/ 162576 w 376081"/>
              <a:gd name="csY77" fmla="*/ 311437 h 414874"/>
              <a:gd name="csX78" fmla="*/ 148259 w 376081"/>
              <a:gd name="csY78" fmla="*/ 311437 h 414874"/>
              <a:gd name="csX79" fmla="*/ 148259 w 376081"/>
              <a:gd name="csY79" fmla="*/ 328066 h 414874"/>
              <a:gd name="csX80" fmla="*/ 126234 w 376081"/>
              <a:gd name="csY80" fmla="*/ 328066 h 414874"/>
              <a:gd name="csX81" fmla="*/ 126234 w 376081"/>
              <a:gd name="csY81" fmla="*/ 259240 h 414874"/>
              <a:gd name="csX82" fmla="*/ 160924 w 376081"/>
              <a:gd name="csY82" fmla="*/ 259240 h 414874"/>
              <a:gd name="csX83" fmla="*/ 184601 w 376081"/>
              <a:gd name="csY83" fmla="*/ 284678 h 414874"/>
              <a:gd name="csX84" fmla="*/ 178433 w 376081"/>
              <a:gd name="csY84" fmla="*/ 305381 h 414874"/>
              <a:gd name="csX85" fmla="*/ 172046 w 376081"/>
              <a:gd name="csY85" fmla="*/ 309675 h 414874"/>
              <a:gd name="csX86" fmla="*/ 162576 w 376081"/>
              <a:gd name="csY86" fmla="*/ 311437 h 414874"/>
              <a:gd name="csX87" fmla="*/ 148259 w 376081"/>
              <a:gd name="csY87" fmla="*/ 276859 h 414874"/>
              <a:gd name="csX88" fmla="*/ 148259 w 376081"/>
              <a:gd name="csY88" fmla="*/ 293818 h 414874"/>
              <a:gd name="csX89" fmla="*/ 153325 w 376081"/>
              <a:gd name="csY89" fmla="*/ 293818 h 414874"/>
              <a:gd name="csX90" fmla="*/ 159107 w 376081"/>
              <a:gd name="csY90" fmla="*/ 292993 h 414874"/>
              <a:gd name="csX91" fmla="*/ 160924 w 376081"/>
              <a:gd name="csY91" fmla="*/ 289193 h 414874"/>
              <a:gd name="csX92" fmla="*/ 160924 w 376081"/>
              <a:gd name="csY92" fmla="*/ 281483 h 414874"/>
              <a:gd name="csX93" fmla="*/ 159107 w 376081"/>
              <a:gd name="csY93" fmla="*/ 277686 h 414874"/>
              <a:gd name="csX94" fmla="*/ 153325 w 376081"/>
              <a:gd name="csY94" fmla="*/ 276859 h 414874"/>
              <a:gd name="csX95" fmla="*/ 148259 w 376081"/>
              <a:gd name="csY95" fmla="*/ 276859 h 414874"/>
              <a:gd name="csX96" fmla="*/ 212517 w 376081"/>
              <a:gd name="csY96" fmla="*/ 259240 h 414874"/>
              <a:gd name="csX97" fmla="*/ 218573 w 376081"/>
              <a:gd name="csY97" fmla="*/ 283465 h 414874"/>
              <a:gd name="csX98" fmla="*/ 219344 w 376081"/>
              <a:gd name="csY98" fmla="*/ 283465 h 414874"/>
              <a:gd name="csX99" fmla="*/ 225512 w 376081"/>
              <a:gd name="csY99" fmla="*/ 259240 h 414874"/>
              <a:gd name="csX100" fmla="*/ 249847 w 376081"/>
              <a:gd name="csY100" fmla="*/ 259240 h 414874"/>
              <a:gd name="csX101" fmla="*/ 230025 w 376081"/>
              <a:gd name="csY101" fmla="*/ 309346 h 414874"/>
              <a:gd name="csX102" fmla="*/ 230025 w 376081"/>
              <a:gd name="csY102" fmla="*/ 328066 h 414874"/>
              <a:gd name="csX103" fmla="*/ 208002 w 376081"/>
              <a:gd name="csY103" fmla="*/ 328066 h 414874"/>
              <a:gd name="csX104" fmla="*/ 208002 w 376081"/>
              <a:gd name="csY104" fmla="*/ 309346 h 414874"/>
              <a:gd name="csX105" fmla="*/ 188180 w 376081"/>
              <a:gd name="csY105" fmla="*/ 259240 h 414874"/>
              <a:gd name="csX106" fmla="*/ 212517 w 376081"/>
              <a:gd name="csY106" fmla="*/ 259240 h 4148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</a:cxnLst>
            <a:rect l="l" t="t" r="r" b="b"/>
            <a:pathLst>
              <a:path w="376081" h="414874">
                <a:moveTo>
                  <a:pt x="17121" y="210125"/>
                </a:moveTo>
                <a:lnTo>
                  <a:pt x="30668" y="210125"/>
                </a:lnTo>
                <a:lnTo>
                  <a:pt x="30668" y="42467"/>
                </a:lnTo>
                <a:cubicBezTo>
                  <a:pt x="30668" y="19129"/>
                  <a:pt x="49797" y="0"/>
                  <a:pt x="73135" y="0"/>
                </a:cubicBezTo>
                <a:lnTo>
                  <a:pt x="259964" y="0"/>
                </a:lnTo>
                <a:cubicBezTo>
                  <a:pt x="261999" y="-1"/>
                  <a:pt x="263917" y="954"/>
                  <a:pt x="265143" y="2580"/>
                </a:cubicBezTo>
                <a:lnTo>
                  <a:pt x="343663" y="87530"/>
                </a:lnTo>
                <a:cubicBezTo>
                  <a:pt x="344769" y="88722"/>
                  <a:pt x="345382" y="90289"/>
                  <a:pt x="345379" y="91915"/>
                </a:cubicBezTo>
                <a:lnTo>
                  <a:pt x="345413" y="91915"/>
                </a:lnTo>
                <a:lnTo>
                  <a:pt x="345413" y="210125"/>
                </a:lnTo>
                <a:lnTo>
                  <a:pt x="358960" y="210125"/>
                </a:lnTo>
                <a:cubicBezTo>
                  <a:pt x="368376" y="210125"/>
                  <a:pt x="376081" y="217845"/>
                  <a:pt x="376081" y="227246"/>
                </a:cubicBezTo>
                <a:lnTo>
                  <a:pt x="376081" y="360060"/>
                </a:lnTo>
                <a:cubicBezTo>
                  <a:pt x="376081" y="369462"/>
                  <a:pt x="368360" y="377182"/>
                  <a:pt x="358960" y="377182"/>
                </a:cubicBezTo>
                <a:lnTo>
                  <a:pt x="345134" y="377182"/>
                </a:lnTo>
                <a:cubicBezTo>
                  <a:pt x="342701" y="398156"/>
                  <a:pt x="324487" y="414875"/>
                  <a:pt x="302945" y="414875"/>
                </a:cubicBezTo>
                <a:lnTo>
                  <a:pt x="73135" y="414875"/>
                </a:lnTo>
                <a:cubicBezTo>
                  <a:pt x="51478" y="414875"/>
                  <a:pt x="33353" y="398238"/>
                  <a:pt x="30943" y="377182"/>
                </a:cubicBezTo>
                <a:lnTo>
                  <a:pt x="17121" y="377182"/>
                </a:lnTo>
                <a:cubicBezTo>
                  <a:pt x="7721" y="377182"/>
                  <a:pt x="0" y="369478"/>
                  <a:pt x="0" y="360060"/>
                </a:cubicBezTo>
                <a:lnTo>
                  <a:pt x="0" y="227246"/>
                </a:lnTo>
                <a:cubicBezTo>
                  <a:pt x="0" y="217829"/>
                  <a:pt x="7705" y="210125"/>
                  <a:pt x="17121" y="210125"/>
                </a:cubicBezTo>
                <a:close/>
                <a:moveTo>
                  <a:pt x="43650" y="210125"/>
                </a:moveTo>
                <a:lnTo>
                  <a:pt x="332431" y="210125"/>
                </a:lnTo>
                <a:lnTo>
                  <a:pt x="332431" y="110656"/>
                </a:lnTo>
                <a:lnTo>
                  <a:pt x="306317" y="110656"/>
                </a:lnTo>
                <a:lnTo>
                  <a:pt x="306317" y="110629"/>
                </a:lnTo>
                <a:lnTo>
                  <a:pt x="306217" y="110629"/>
                </a:lnTo>
                <a:cubicBezTo>
                  <a:pt x="290727" y="110385"/>
                  <a:pt x="278604" y="106275"/>
                  <a:pt x="269957" y="98888"/>
                </a:cubicBezTo>
                <a:cubicBezTo>
                  <a:pt x="260982" y="91222"/>
                  <a:pt x="255950" y="80271"/>
                  <a:pt x="254946" y="66660"/>
                </a:cubicBezTo>
                <a:lnTo>
                  <a:pt x="254886" y="65770"/>
                </a:lnTo>
                <a:lnTo>
                  <a:pt x="254886" y="12981"/>
                </a:lnTo>
                <a:lnTo>
                  <a:pt x="73135" y="12981"/>
                </a:lnTo>
                <a:cubicBezTo>
                  <a:pt x="56898" y="12981"/>
                  <a:pt x="43650" y="26230"/>
                  <a:pt x="43650" y="42467"/>
                </a:cubicBezTo>
                <a:lnTo>
                  <a:pt x="43650" y="210125"/>
                </a:lnTo>
                <a:close/>
                <a:moveTo>
                  <a:pt x="332028" y="377182"/>
                </a:moveTo>
                <a:lnTo>
                  <a:pt x="44047" y="377182"/>
                </a:lnTo>
                <a:cubicBezTo>
                  <a:pt x="46367" y="391088"/>
                  <a:pt x="58621" y="401893"/>
                  <a:pt x="73135" y="401893"/>
                </a:cubicBezTo>
                <a:lnTo>
                  <a:pt x="302945" y="401893"/>
                </a:lnTo>
                <a:cubicBezTo>
                  <a:pt x="317375" y="401893"/>
                  <a:pt x="329687" y="391037"/>
                  <a:pt x="332028" y="377182"/>
                </a:cubicBezTo>
                <a:close/>
                <a:moveTo>
                  <a:pt x="187896" y="107619"/>
                </a:moveTo>
                <a:cubicBezTo>
                  <a:pt x="188869" y="103443"/>
                  <a:pt x="193045" y="100846"/>
                  <a:pt x="197221" y="101817"/>
                </a:cubicBezTo>
                <a:cubicBezTo>
                  <a:pt x="201398" y="102790"/>
                  <a:pt x="203995" y="106966"/>
                  <a:pt x="203023" y="111142"/>
                </a:cubicBezTo>
                <a:lnTo>
                  <a:pt x="186186" y="183256"/>
                </a:lnTo>
                <a:cubicBezTo>
                  <a:pt x="185214" y="187433"/>
                  <a:pt x="181038" y="190030"/>
                  <a:pt x="176862" y="189058"/>
                </a:cubicBezTo>
                <a:cubicBezTo>
                  <a:pt x="172685" y="188086"/>
                  <a:pt x="170088" y="183909"/>
                  <a:pt x="171060" y="179733"/>
                </a:cubicBezTo>
                <a:lnTo>
                  <a:pt x="187896" y="107619"/>
                </a:lnTo>
                <a:close/>
                <a:moveTo>
                  <a:pt x="161539" y="165423"/>
                </a:moveTo>
                <a:cubicBezTo>
                  <a:pt x="164758" y="168241"/>
                  <a:pt x="165087" y="173140"/>
                  <a:pt x="162268" y="176359"/>
                </a:cubicBezTo>
                <a:cubicBezTo>
                  <a:pt x="159449" y="179580"/>
                  <a:pt x="154551" y="179907"/>
                  <a:pt x="151331" y="177089"/>
                </a:cubicBezTo>
                <a:lnTo>
                  <a:pt x="121866" y="151271"/>
                </a:lnTo>
                <a:cubicBezTo>
                  <a:pt x="118646" y="148452"/>
                  <a:pt x="118318" y="143554"/>
                  <a:pt x="121136" y="140334"/>
                </a:cubicBezTo>
                <a:cubicBezTo>
                  <a:pt x="121375" y="140062"/>
                  <a:pt x="121627" y="139812"/>
                  <a:pt x="121892" y="139583"/>
                </a:cubicBezTo>
                <a:lnTo>
                  <a:pt x="151331" y="113787"/>
                </a:lnTo>
                <a:cubicBezTo>
                  <a:pt x="154551" y="110968"/>
                  <a:pt x="159449" y="111296"/>
                  <a:pt x="162268" y="114516"/>
                </a:cubicBezTo>
                <a:cubicBezTo>
                  <a:pt x="165087" y="117736"/>
                  <a:pt x="164758" y="122634"/>
                  <a:pt x="161539" y="125453"/>
                </a:cubicBezTo>
                <a:lnTo>
                  <a:pt x="138731" y="145437"/>
                </a:lnTo>
                <a:lnTo>
                  <a:pt x="161539" y="165423"/>
                </a:lnTo>
                <a:close/>
                <a:moveTo>
                  <a:pt x="224751" y="177089"/>
                </a:moveTo>
                <a:cubicBezTo>
                  <a:pt x="221532" y="179907"/>
                  <a:pt x="216633" y="179580"/>
                  <a:pt x="213815" y="176359"/>
                </a:cubicBezTo>
                <a:cubicBezTo>
                  <a:pt x="210996" y="173140"/>
                  <a:pt x="211324" y="168241"/>
                  <a:pt x="214544" y="165423"/>
                </a:cubicBezTo>
                <a:lnTo>
                  <a:pt x="237352" y="145437"/>
                </a:lnTo>
                <a:lnTo>
                  <a:pt x="214544" y="125453"/>
                </a:lnTo>
                <a:cubicBezTo>
                  <a:pt x="211324" y="122634"/>
                  <a:pt x="210996" y="117736"/>
                  <a:pt x="213815" y="114516"/>
                </a:cubicBezTo>
                <a:cubicBezTo>
                  <a:pt x="216633" y="111296"/>
                  <a:pt x="221532" y="110968"/>
                  <a:pt x="224751" y="113787"/>
                </a:cubicBezTo>
                <a:lnTo>
                  <a:pt x="254188" y="139583"/>
                </a:lnTo>
                <a:cubicBezTo>
                  <a:pt x="254454" y="139812"/>
                  <a:pt x="254706" y="140062"/>
                  <a:pt x="254944" y="140334"/>
                </a:cubicBezTo>
                <a:cubicBezTo>
                  <a:pt x="257762" y="143554"/>
                  <a:pt x="257435" y="148452"/>
                  <a:pt x="254215" y="151271"/>
                </a:cubicBezTo>
                <a:lnTo>
                  <a:pt x="224751" y="177089"/>
                </a:lnTo>
                <a:close/>
                <a:moveTo>
                  <a:pt x="267850" y="24536"/>
                </a:moveTo>
                <a:lnTo>
                  <a:pt x="267850" y="65741"/>
                </a:lnTo>
                <a:cubicBezTo>
                  <a:pt x="268590" y="75801"/>
                  <a:pt x="272117" y="83728"/>
                  <a:pt x="278362" y="89064"/>
                </a:cubicBezTo>
                <a:cubicBezTo>
                  <a:pt x="284702" y="94480"/>
                  <a:pt x="294038" y="97508"/>
                  <a:pt x="306317" y="97717"/>
                </a:cubicBezTo>
                <a:lnTo>
                  <a:pt x="306317" y="97693"/>
                </a:lnTo>
                <a:lnTo>
                  <a:pt x="332431" y="97693"/>
                </a:lnTo>
                <a:lnTo>
                  <a:pt x="332431" y="94409"/>
                </a:lnTo>
                <a:lnTo>
                  <a:pt x="267850" y="24536"/>
                </a:lnTo>
                <a:close/>
                <a:moveTo>
                  <a:pt x="162576" y="311437"/>
                </a:moveTo>
                <a:lnTo>
                  <a:pt x="148259" y="311437"/>
                </a:lnTo>
                <a:lnTo>
                  <a:pt x="148259" y="328066"/>
                </a:lnTo>
                <a:lnTo>
                  <a:pt x="126234" y="328066"/>
                </a:lnTo>
                <a:lnTo>
                  <a:pt x="126234" y="259240"/>
                </a:lnTo>
                <a:lnTo>
                  <a:pt x="160924" y="259240"/>
                </a:lnTo>
                <a:cubicBezTo>
                  <a:pt x="176708" y="259240"/>
                  <a:pt x="184601" y="267719"/>
                  <a:pt x="184601" y="284678"/>
                </a:cubicBezTo>
                <a:cubicBezTo>
                  <a:pt x="184601" y="294001"/>
                  <a:pt x="182545" y="300901"/>
                  <a:pt x="178433" y="305381"/>
                </a:cubicBezTo>
                <a:cubicBezTo>
                  <a:pt x="176891" y="307069"/>
                  <a:pt x="174763" y="308501"/>
                  <a:pt x="172046" y="309675"/>
                </a:cubicBezTo>
                <a:cubicBezTo>
                  <a:pt x="169330" y="310850"/>
                  <a:pt x="166173" y="311437"/>
                  <a:pt x="162576" y="311437"/>
                </a:cubicBezTo>
                <a:close/>
                <a:moveTo>
                  <a:pt x="148259" y="276859"/>
                </a:moveTo>
                <a:lnTo>
                  <a:pt x="148259" y="293818"/>
                </a:lnTo>
                <a:lnTo>
                  <a:pt x="153325" y="293818"/>
                </a:lnTo>
                <a:cubicBezTo>
                  <a:pt x="155967" y="293818"/>
                  <a:pt x="157896" y="293543"/>
                  <a:pt x="159107" y="292993"/>
                </a:cubicBezTo>
                <a:cubicBezTo>
                  <a:pt x="160317" y="292442"/>
                  <a:pt x="160924" y="291176"/>
                  <a:pt x="160924" y="289193"/>
                </a:cubicBezTo>
                <a:lnTo>
                  <a:pt x="160924" y="281483"/>
                </a:lnTo>
                <a:cubicBezTo>
                  <a:pt x="160924" y="279501"/>
                  <a:pt x="160317" y="278234"/>
                  <a:pt x="159107" y="277686"/>
                </a:cubicBezTo>
                <a:cubicBezTo>
                  <a:pt x="157896" y="277135"/>
                  <a:pt x="155967" y="276859"/>
                  <a:pt x="153325" y="276859"/>
                </a:cubicBezTo>
                <a:lnTo>
                  <a:pt x="148259" y="276859"/>
                </a:lnTo>
                <a:close/>
                <a:moveTo>
                  <a:pt x="212517" y="259240"/>
                </a:moveTo>
                <a:lnTo>
                  <a:pt x="218573" y="283465"/>
                </a:lnTo>
                <a:lnTo>
                  <a:pt x="219344" y="283465"/>
                </a:lnTo>
                <a:lnTo>
                  <a:pt x="225512" y="259240"/>
                </a:lnTo>
                <a:lnTo>
                  <a:pt x="249847" y="259240"/>
                </a:lnTo>
                <a:lnTo>
                  <a:pt x="230025" y="309346"/>
                </a:lnTo>
                <a:lnTo>
                  <a:pt x="230025" y="328066"/>
                </a:lnTo>
                <a:lnTo>
                  <a:pt x="208002" y="328066"/>
                </a:lnTo>
                <a:lnTo>
                  <a:pt x="208002" y="309346"/>
                </a:lnTo>
                <a:lnTo>
                  <a:pt x="188180" y="259240"/>
                </a:lnTo>
                <a:lnTo>
                  <a:pt x="212517" y="259240"/>
                </a:lnTo>
                <a:close/>
              </a:path>
            </a:pathLst>
          </a:custGeom>
          <a:solidFill>
            <a:srgbClr val="3F7EB1"/>
          </a:solidFill>
          <a:ln w="801" cap="flat">
            <a:noFill/>
            <a:prstDash val="solid"/>
            <a:miter/>
          </a:ln>
        </p:spPr>
        <p:txBody>
          <a:bodyPr/>
          <a:lstStyle/>
          <a:p>
            <a:endParaRPr lang="en-MY"/>
          </a:p>
        </p:txBody>
      </p:sp>
      <p:pic>
        <p:nvPicPr>
          <p:cNvPr id="113" name="Graphic 112">
            <a:extLst>
              <a:ext uri="{FF2B5EF4-FFF2-40B4-BE49-F238E27FC236}">
                <a16:creationId xmlns:a16="http://schemas.microsoft.com/office/drawing/2014/main" id="{19C76DB9-8FA6-C10F-AE2C-0290FB5E7C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179992" y="4388276"/>
            <a:ext cx="335479" cy="338230"/>
          </a:xfrm>
          <a:prstGeom prst="rect">
            <a:avLst/>
          </a:prstGeom>
        </p:spPr>
      </p:pic>
      <p:pic>
        <p:nvPicPr>
          <p:cNvPr id="114" name="Picture 113">
            <a:extLst>
              <a:ext uri="{FF2B5EF4-FFF2-40B4-BE49-F238E27FC236}">
                <a16:creationId xmlns:a16="http://schemas.microsoft.com/office/drawing/2014/main" id="{F4056206-C547-CD56-91AD-5C18F5F580FA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32362" y="0"/>
            <a:ext cx="659638" cy="6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32044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49F91-3BEA-88DD-40C0-14EBC796A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6D2D0D7-AF3E-3A01-4B7D-9AF3ACCA20A7}"/>
              </a:ext>
            </a:extLst>
          </p:cNvPr>
          <p:cNvSpPr/>
          <p:nvPr/>
        </p:nvSpPr>
        <p:spPr>
          <a:xfrm>
            <a:off x="4976603" y="2702155"/>
            <a:ext cx="1660896" cy="341231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D7201DD2-7690-3C8A-8501-B6D39EC45203}"/>
              </a:ext>
            </a:extLst>
          </p:cNvPr>
          <p:cNvSpPr/>
          <p:nvPr/>
        </p:nvSpPr>
        <p:spPr>
          <a:xfrm>
            <a:off x="9116292" y="1496291"/>
            <a:ext cx="2530763" cy="46181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D0E6F227-84DF-BDE3-2ADE-F4FD9F4AC1AE}"/>
              </a:ext>
            </a:extLst>
          </p:cNvPr>
          <p:cNvSpPr/>
          <p:nvPr/>
        </p:nvSpPr>
        <p:spPr>
          <a:xfrm>
            <a:off x="757382" y="1496291"/>
            <a:ext cx="2017520" cy="46181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3E0B771-8EDF-C1BD-77F9-67D770AB320F}"/>
              </a:ext>
            </a:extLst>
          </p:cNvPr>
          <p:cNvCxnSpPr>
            <a:cxnSpLocks/>
          </p:cNvCxnSpPr>
          <p:nvPr/>
        </p:nvCxnSpPr>
        <p:spPr>
          <a:xfrm flipH="1">
            <a:off x="2379390" y="2465473"/>
            <a:ext cx="7485178" cy="32733"/>
          </a:xfrm>
          <a:prstGeom prst="line">
            <a:avLst/>
          </a:prstGeom>
          <a:ln w="571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phic 8" descr="Laptop with solid fill">
            <a:extLst>
              <a:ext uri="{FF2B5EF4-FFF2-40B4-BE49-F238E27FC236}">
                <a16:creationId xmlns:a16="http://schemas.microsoft.com/office/drawing/2014/main" id="{7184BAC1-EFAA-4835-BEDA-8388DACF18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58428" y="3637822"/>
            <a:ext cx="1062854" cy="1062854"/>
          </a:xfrm>
          <a:prstGeom prst="rect">
            <a:avLst/>
          </a:prstGeom>
        </p:spPr>
      </p:pic>
      <p:pic>
        <p:nvPicPr>
          <p:cNvPr id="15" name="Graphic 14" descr="Smart Phone with solid fill">
            <a:extLst>
              <a:ext uri="{FF2B5EF4-FFF2-40B4-BE49-F238E27FC236}">
                <a16:creationId xmlns:a16="http://schemas.microsoft.com/office/drawing/2014/main" id="{2D8BB283-0279-C5D1-8054-914E9EABD4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19605" y="4616544"/>
            <a:ext cx="914400" cy="914400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3292C318-9596-3BF8-BB17-4F8504189ECF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73034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b="1" noProof="1">
                <a:latin typeface="Roboto" panose="02000000000000000000" pitchFamily="2" charset="0"/>
                <a:ea typeface="Roboto" panose="02000000000000000000" pitchFamily="2" charset="0"/>
              </a:rPr>
              <a:t>Setup 2 – Host di PC Kaunter Farmasi</a:t>
            </a:r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62AE8156-64EF-374E-6E55-CDEFCF06FA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661809" y="1999478"/>
            <a:ext cx="1379124" cy="931987"/>
          </a:xfrm>
          <a:prstGeom prst="rect">
            <a:avLst/>
          </a:prstGeom>
        </p:spPr>
      </p:pic>
      <p:grpSp>
        <p:nvGrpSpPr>
          <p:cNvPr id="69" name="Group 68">
            <a:extLst>
              <a:ext uri="{FF2B5EF4-FFF2-40B4-BE49-F238E27FC236}">
                <a16:creationId xmlns:a16="http://schemas.microsoft.com/office/drawing/2014/main" id="{D86C6A8F-7374-7ADE-8C8B-E975E2F9B80C}"/>
              </a:ext>
            </a:extLst>
          </p:cNvPr>
          <p:cNvGrpSpPr/>
          <p:nvPr/>
        </p:nvGrpSpPr>
        <p:grpSpPr>
          <a:xfrm>
            <a:off x="1158428" y="1618921"/>
            <a:ext cx="1088218" cy="1329885"/>
            <a:chOff x="1427724" y="1618921"/>
            <a:chExt cx="1088218" cy="1329885"/>
          </a:xfrm>
        </p:grpSpPr>
        <p:pic>
          <p:nvPicPr>
            <p:cNvPr id="7" name="Graphic 6" descr="Computer with solid fill">
              <a:extLst>
                <a:ext uri="{FF2B5EF4-FFF2-40B4-BE49-F238E27FC236}">
                  <a16:creationId xmlns:a16="http://schemas.microsoft.com/office/drawing/2014/main" id="{FDBC606F-1025-707A-8ADE-D3A710C6C5D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427724" y="1618921"/>
              <a:ext cx="1088218" cy="1088218"/>
            </a:xfrm>
            <a:prstGeom prst="rect">
              <a:avLst/>
            </a:prstGeom>
          </p:spPr>
        </p:pic>
        <p:pic>
          <p:nvPicPr>
            <p:cNvPr id="24" name="Graphic 23">
              <a:extLst>
                <a:ext uri="{FF2B5EF4-FFF2-40B4-BE49-F238E27FC236}">
                  <a16:creationId xmlns:a16="http://schemas.microsoft.com/office/drawing/2014/main" id="{02F99539-85C3-E910-B465-EDBCD98BE3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427724" y="2465472"/>
              <a:ext cx="1066667" cy="483334"/>
            </a:xfrm>
            <a:prstGeom prst="rect">
              <a:avLst/>
            </a:prstGeom>
          </p:spPr>
        </p:pic>
      </p:grp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C8507BF9-71AA-6F20-16F1-EE6104CABD80}"/>
              </a:ext>
            </a:extLst>
          </p:cNvPr>
          <p:cNvCxnSpPr>
            <a:cxnSpLocks/>
          </p:cNvCxnSpPr>
          <p:nvPr/>
        </p:nvCxnSpPr>
        <p:spPr>
          <a:xfrm>
            <a:off x="2379390" y="2726106"/>
            <a:ext cx="2992710" cy="702894"/>
          </a:xfrm>
          <a:prstGeom prst="bentConnector3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579D6A0-4FAB-18AE-B044-EF881E8CCCB1}"/>
              </a:ext>
            </a:extLst>
          </p:cNvPr>
          <p:cNvCxnSpPr>
            <a:cxnSpLocks/>
          </p:cNvCxnSpPr>
          <p:nvPr/>
        </p:nvCxnSpPr>
        <p:spPr>
          <a:xfrm flipV="1">
            <a:off x="4474369" y="3893583"/>
            <a:ext cx="1014412" cy="668799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raphic 10" descr="Social network with solid fill">
            <a:extLst>
              <a:ext uri="{FF2B5EF4-FFF2-40B4-BE49-F238E27FC236}">
                <a16:creationId xmlns:a16="http://schemas.microsoft.com/office/drawing/2014/main" id="{814EB25B-0EC4-E0F9-CBE6-86900B48A3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71412" y="2930055"/>
            <a:ext cx="1167744" cy="1167744"/>
          </a:xfrm>
          <a:prstGeom prst="rect">
            <a:avLst/>
          </a:prstGeom>
        </p:spPr>
      </p:pic>
      <p:pic>
        <p:nvPicPr>
          <p:cNvPr id="57" name="Graphic 56">
            <a:extLst>
              <a:ext uri="{FF2B5EF4-FFF2-40B4-BE49-F238E27FC236}">
                <a16:creationId xmlns:a16="http://schemas.microsoft.com/office/drawing/2014/main" id="{D1751190-8743-830D-5C8E-3FCCE7D78C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96368" y="4216496"/>
            <a:ext cx="769185" cy="644114"/>
          </a:xfrm>
          <a:prstGeom prst="rect">
            <a:avLst/>
          </a:prstGeom>
        </p:spPr>
      </p:pic>
      <p:sp>
        <p:nvSpPr>
          <p:cNvPr id="87" name="TextBox 86">
            <a:extLst>
              <a:ext uri="{FF2B5EF4-FFF2-40B4-BE49-F238E27FC236}">
                <a16:creationId xmlns:a16="http://schemas.microsoft.com/office/drawing/2014/main" id="{82854348-431F-3618-66B9-A795B29426D4}"/>
              </a:ext>
            </a:extLst>
          </p:cNvPr>
          <p:cNvSpPr txBox="1"/>
          <p:nvPr/>
        </p:nvSpPr>
        <p:spPr>
          <a:xfrm>
            <a:off x="2770612" y="2112507"/>
            <a:ext cx="778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1">
                <a:solidFill>
                  <a:schemeClr val="accent1"/>
                </a:solidFill>
              </a:rPr>
              <a:t>HDMI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18E5007-3D0F-E963-4D1B-81721DBD6DC4}"/>
              </a:ext>
            </a:extLst>
          </p:cNvPr>
          <p:cNvSpPr txBox="1"/>
          <p:nvPr/>
        </p:nvSpPr>
        <p:spPr>
          <a:xfrm>
            <a:off x="2821463" y="2745389"/>
            <a:ext cx="7028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1">
                <a:solidFill>
                  <a:srgbClr val="C00000"/>
                </a:solidFill>
              </a:rPr>
              <a:t>LAN</a:t>
            </a:r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D547D9CD-7D79-2AFA-5D87-1DC45640AD23}"/>
              </a:ext>
            </a:extLst>
          </p:cNvPr>
          <p:cNvGrpSpPr/>
          <p:nvPr/>
        </p:nvGrpSpPr>
        <p:grpSpPr>
          <a:xfrm>
            <a:off x="2653072" y="4139902"/>
            <a:ext cx="624064" cy="525373"/>
            <a:chOff x="7198179" y="4875182"/>
            <a:chExt cx="624064" cy="525373"/>
          </a:xfrm>
        </p:grpSpPr>
        <p:pic>
          <p:nvPicPr>
            <p:cNvPr id="68" name="Graphic 67">
              <a:extLst>
                <a:ext uri="{FF2B5EF4-FFF2-40B4-BE49-F238E27FC236}">
                  <a16:creationId xmlns:a16="http://schemas.microsoft.com/office/drawing/2014/main" id="{11143367-2877-5B28-6BC8-4F6E683ED09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325907" y="4875182"/>
              <a:ext cx="368609" cy="284698"/>
            </a:xfrm>
            <a:prstGeom prst="rect">
              <a:avLst/>
            </a:prstGeom>
          </p:spPr>
        </p:pic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B2F5CDE7-A03F-4F9D-23CD-1833FD3583CD}"/>
                </a:ext>
              </a:extLst>
            </p:cNvPr>
            <p:cNvSpPr txBox="1"/>
            <p:nvPr/>
          </p:nvSpPr>
          <p:spPr>
            <a:xfrm>
              <a:off x="7198179" y="5123556"/>
              <a:ext cx="6240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noProof="1">
                  <a:solidFill>
                    <a:srgbClr val="FF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WIFI</a:t>
              </a:r>
              <a:endParaRPr lang="en-US" b="1" noProof="1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</p:grpSp>
      <p:sp>
        <p:nvSpPr>
          <p:cNvPr id="91" name="TextBox 90">
            <a:extLst>
              <a:ext uri="{FF2B5EF4-FFF2-40B4-BE49-F238E27FC236}">
                <a16:creationId xmlns:a16="http://schemas.microsoft.com/office/drawing/2014/main" id="{72C96C38-7C54-7CAE-56C4-86AE9338C40B}"/>
              </a:ext>
            </a:extLst>
          </p:cNvPr>
          <p:cNvSpPr txBox="1"/>
          <p:nvPr/>
        </p:nvSpPr>
        <p:spPr>
          <a:xfrm>
            <a:off x="854072" y="6114473"/>
            <a:ext cx="179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1"/>
              <a:t>Kaunter Farmasi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0E63889-A4F0-6010-F063-08F5B0E4F288}"/>
              </a:ext>
            </a:extLst>
          </p:cNvPr>
          <p:cNvSpPr txBox="1"/>
          <p:nvPr/>
        </p:nvSpPr>
        <p:spPr>
          <a:xfrm>
            <a:off x="9377996" y="6081740"/>
            <a:ext cx="1946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1"/>
              <a:t>Ruang Menunggu</a:t>
            </a:r>
          </a:p>
        </p:txBody>
      </p:sp>
      <p:pic>
        <p:nvPicPr>
          <p:cNvPr id="95" name="Graphic 94">
            <a:extLst>
              <a:ext uri="{FF2B5EF4-FFF2-40B4-BE49-F238E27FC236}">
                <a16:creationId xmlns:a16="http://schemas.microsoft.com/office/drawing/2014/main" id="{2A24057A-73E5-FC57-E7E5-2335F4E258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795885" y="4187571"/>
            <a:ext cx="1171575" cy="981075"/>
          </a:xfrm>
          <a:prstGeom prst="rect">
            <a:avLst/>
          </a:prstGeom>
        </p:spPr>
      </p:pic>
      <p:sp>
        <p:nvSpPr>
          <p:cNvPr id="98" name="TextBox 97">
            <a:extLst>
              <a:ext uri="{FF2B5EF4-FFF2-40B4-BE49-F238E27FC236}">
                <a16:creationId xmlns:a16="http://schemas.microsoft.com/office/drawing/2014/main" id="{0639A38D-8652-BBB3-C83C-C5D6A6513A30}"/>
              </a:ext>
            </a:extLst>
          </p:cNvPr>
          <p:cNvSpPr txBox="1"/>
          <p:nvPr/>
        </p:nvSpPr>
        <p:spPr>
          <a:xfrm>
            <a:off x="9864568" y="5200135"/>
            <a:ext cx="9736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1">
                <a:solidFill>
                  <a:schemeClr val="accent6">
                    <a:lumMod val="50000"/>
                  </a:schemeClr>
                </a:solidFill>
              </a:rPr>
              <a:t>Pesakit</a:t>
            </a:r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F5241C9-601D-71DE-187F-F56864D8C508}"/>
              </a:ext>
            </a:extLst>
          </p:cNvPr>
          <p:cNvCxnSpPr>
            <a:cxnSpLocks/>
          </p:cNvCxnSpPr>
          <p:nvPr/>
        </p:nvCxnSpPr>
        <p:spPr>
          <a:xfrm>
            <a:off x="2303994" y="4700676"/>
            <a:ext cx="1322220" cy="0"/>
          </a:xfrm>
          <a:prstGeom prst="line">
            <a:avLst/>
          </a:prstGeom>
          <a:ln w="7620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5D217870-61BD-DF8E-84C2-44E4AB12744D}"/>
              </a:ext>
            </a:extLst>
          </p:cNvPr>
          <p:cNvSpPr txBox="1"/>
          <p:nvPr/>
        </p:nvSpPr>
        <p:spPr>
          <a:xfrm>
            <a:off x="5192792" y="2784720"/>
            <a:ext cx="132498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noProof="1"/>
              <a:t>Intranet Network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37B94A7B-3BF4-EA9B-FA98-C8B76ADD6443}"/>
              </a:ext>
            </a:extLst>
          </p:cNvPr>
          <p:cNvSpPr txBox="1"/>
          <p:nvPr/>
        </p:nvSpPr>
        <p:spPr>
          <a:xfrm>
            <a:off x="3659005" y="4864792"/>
            <a:ext cx="10658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noProof="1"/>
              <a:t>Access Point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820ADDA1-D857-299C-EA55-E28A3200F369}"/>
              </a:ext>
            </a:extLst>
          </p:cNvPr>
          <p:cNvSpPr txBox="1"/>
          <p:nvPr/>
        </p:nvSpPr>
        <p:spPr>
          <a:xfrm>
            <a:off x="10156634" y="2930055"/>
            <a:ext cx="38947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noProof="1"/>
              <a:t>TV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DA61331-10F4-538C-5D0D-25C2913BF13F}"/>
              </a:ext>
            </a:extLst>
          </p:cNvPr>
          <p:cNvSpPr txBox="1"/>
          <p:nvPr/>
        </p:nvSpPr>
        <p:spPr>
          <a:xfrm>
            <a:off x="1271674" y="2985267"/>
            <a:ext cx="7502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noProof="1"/>
              <a:t>Desktop*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EEF0F546-A2B7-F71C-75F0-E5AD31243A6A}"/>
              </a:ext>
            </a:extLst>
          </p:cNvPr>
          <p:cNvSpPr txBox="1"/>
          <p:nvPr/>
        </p:nvSpPr>
        <p:spPr>
          <a:xfrm>
            <a:off x="1331676" y="5556114"/>
            <a:ext cx="6902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noProof="1"/>
              <a:t>Mobile</a:t>
            </a:r>
          </a:p>
        </p:txBody>
      </p:sp>
      <p:sp>
        <p:nvSpPr>
          <p:cNvPr id="4" name="Graphic 110">
            <a:extLst>
              <a:ext uri="{FF2B5EF4-FFF2-40B4-BE49-F238E27FC236}">
                <a16:creationId xmlns:a16="http://schemas.microsoft.com/office/drawing/2014/main" id="{B1AF75DA-558A-4570-CEF0-13AF01654A7F}"/>
              </a:ext>
            </a:extLst>
          </p:cNvPr>
          <p:cNvSpPr/>
          <p:nvPr/>
        </p:nvSpPr>
        <p:spPr>
          <a:xfrm>
            <a:off x="2303994" y="1846649"/>
            <a:ext cx="376081" cy="414874"/>
          </a:xfrm>
          <a:custGeom>
            <a:avLst/>
            <a:gdLst>
              <a:gd name="csX0" fmla="*/ 17121 w 376081"/>
              <a:gd name="csY0" fmla="*/ 210125 h 414874"/>
              <a:gd name="csX1" fmla="*/ 30668 w 376081"/>
              <a:gd name="csY1" fmla="*/ 210125 h 414874"/>
              <a:gd name="csX2" fmla="*/ 30668 w 376081"/>
              <a:gd name="csY2" fmla="*/ 42467 h 414874"/>
              <a:gd name="csX3" fmla="*/ 73135 w 376081"/>
              <a:gd name="csY3" fmla="*/ 0 h 414874"/>
              <a:gd name="csX4" fmla="*/ 259964 w 376081"/>
              <a:gd name="csY4" fmla="*/ 0 h 414874"/>
              <a:gd name="csX5" fmla="*/ 265143 w 376081"/>
              <a:gd name="csY5" fmla="*/ 2580 h 414874"/>
              <a:gd name="csX6" fmla="*/ 343663 w 376081"/>
              <a:gd name="csY6" fmla="*/ 87530 h 414874"/>
              <a:gd name="csX7" fmla="*/ 345379 w 376081"/>
              <a:gd name="csY7" fmla="*/ 91915 h 414874"/>
              <a:gd name="csX8" fmla="*/ 345413 w 376081"/>
              <a:gd name="csY8" fmla="*/ 91915 h 414874"/>
              <a:gd name="csX9" fmla="*/ 345413 w 376081"/>
              <a:gd name="csY9" fmla="*/ 210125 h 414874"/>
              <a:gd name="csX10" fmla="*/ 358960 w 376081"/>
              <a:gd name="csY10" fmla="*/ 210125 h 414874"/>
              <a:gd name="csX11" fmla="*/ 376081 w 376081"/>
              <a:gd name="csY11" fmla="*/ 227246 h 414874"/>
              <a:gd name="csX12" fmla="*/ 376081 w 376081"/>
              <a:gd name="csY12" fmla="*/ 360060 h 414874"/>
              <a:gd name="csX13" fmla="*/ 358960 w 376081"/>
              <a:gd name="csY13" fmla="*/ 377182 h 414874"/>
              <a:gd name="csX14" fmla="*/ 345134 w 376081"/>
              <a:gd name="csY14" fmla="*/ 377182 h 414874"/>
              <a:gd name="csX15" fmla="*/ 302945 w 376081"/>
              <a:gd name="csY15" fmla="*/ 414875 h 414874"/>
              <a:gd name="csX16" fmla="*/ 73135 w 376081"/>
              <a:gd name="csY16" fmla="*/ 414875 h 414874"/>
              <a:gd name="csX17" fmla="*/ 30943 w 376081"/>
              <a:gd name="csY17" fmla="*/ 377182 h 414874"/>
              <a:gd name="csX18" fmla="*/ 17121 w 376081"/>
              <a:gd name="csY18" fmla="*/ 377182 h 414874"/>
              <a:gd name="csX19" fmla="*/ 0 w 376081"/>
              <a:gd name="csY19" fmla="*/ 360060 h 414874"/>
              <a:gd name="csX20" fmla="*/ 0 w 376081"/>
              <a:gd name="csY20" fmla="*/ 227246 h 414874"/>
              <a:gd name="csX21" fmla="*/ 17121 w 376081"/>
              <a:gd name="csY21" fmla="*/ 210125 h 414874"/>
              <a:gd name="csX22" fmla="*/ 43650 w 376081"/>
              <a:gd name="csY22" fmla="*/ 210125 h 414874"/>
              <a:gd name="csX23" fmla="*/ 332431 w 376081"/>
              <a:gd name="csY23" fmla="*/ 210125 h 414874"/>
              <a:gd name="csX24" fmla="*/ 332431 w 376081"/>
              <a:gd name="csY24" fmla="*/ 110656 h 414874"/>
              <a:gd name="csX25" fmla="*/ 306317 w 376081"/>
              <a:gd name="csY25" fmla="*/ 110656 h 414874"/>
              <a:gd name="csX26" fmla="*/ 306317 w 376081"/>
              <a:gd name="csY26" fmla="*/ 110629 h 414874"/>
              <a:gd name="csX27" fmla="*/ 306217 w 376081"/>
              <a:gd name="csY27" fmla="*/ 110629 h 414874"/>
              <a:gd name="csX28" fmla="*/ 269957 w 376081"/>
              <a:gd name="csY28" fmla="*/ 98888 h 414874"/>
              <a:gd name="csX29" fmla="*/ 254946 w 376081"/>
              <a:gd name="csY29" fmla="*/ 66660 h 414874"/>
              <a:gd name="csX30" fmla="*/ 254886 w 376081"/>
              <a:gd name="csY30" fmla="*/ 65770 h 414874"/>
              <a:gd name="csX31" fmla="*/ 254886 w 376081"/>
              <a:gd name="csY31" fmla="*/ 12981 h 414874"/>
              <a:gd name="csX32" fmla="*/ 73135 w 376081"/>
              <a:gd name="csY32" fmla="*/ 12981 h 414874"/>
              <a:gd name="csX33" fmla="*/ 43650 w 376081"/>
              <a:gd name="csY33" fmla="*/ 42467 h 414874"/>
              <a:gd name="csX34" fmla="*/ 43650 w 376081"/>
              <a:gd name="csY34" fmla="*/ 210125 h 414874"/>
              <a:gd name="csX35" fmla="*/ 332028 w 376081"/>
              <a:gd name="csY35" fmla="*/ 377182 h 414874"/>
              <a:gd name="csX36" fmla="*/ 44047 w 376081"/>
              <a:gd name="csY36" fmla="*/ 377182 h 414874"/>
              <a:gd name="csX37" fmla="*/ 73135 w 376081"/>
              <a:gd name="csY37" fmla="*/ 401893 h 414874"/>
              <a:gd name="csX38" fmla="*/ 302945 w 376081"/>
              <a:gd name="csY38" fmla="*/ 401893 h 414874"/>
              <a:gd name="csX39" fmla="*/ 332028 w 376081"/>
              <a:gd name="csY39" fmla="*/ 377182 h 414874"/>
              <a:gd name="csX40" fmla="*/ 187896 w 376081"/>
              <a:gd name="csY40" fmla="*/ 107619 h 414874"/>
              <a:gd name="csX41" fmla="*/ 197221 w 376081"/>
              <a:gd name="csY41" fmla="*/ 101817 h 414874"/>
              <a:gd name="csX42" fmla="*/ 203023 w 376081"/>
              <a:gd name="csY42" fmla="*/ 111142 h 414874"/>
              <a:gd name="csX43" fmla="*/ 186186 w 376081"/>
              <a:gd name="csY43" fmla="*/ 183256 h 414874"/>
              <a:gd name="csX44" fmla="*/ 176862 w 376081"/>
              <a:gd name="csY44" fmla="*/ 189058 h 414874"/>
              <a:gd name="csX45" fmla="*/ 171060 w 376081"/>
              <a:gd name="csY45" fmla="*/ 179733 h 414874"/>
              <a:gd name="csX46" fmla="*/ 187896 w 376081"/>
              <a:gd name="csY46" fmla="*/ 107619 h 414874"/>
              <a:gd name="csX47" fmla="*/ 161539 w 376081"/>
              <a:gd name="csY47" fmla="*/ 165423 h 414874"/>
              <a:gd name="csX48" fmla="*/ 162268 w 376081"/>
              <a:gd name="csY48" fmla="*/ 176359 h 414874"/>
              <a:gd name="csX49" fmla="*/ 151331 w 376081"/>
              <a:gd name="csY49" fmla="*/ 177089 h 414874"/>
              <a:gd name="csX50" fmla="*/ 121866 w 376081"/>
              <a:gd name="csY50" fmla="*/ 151271 h 414874"/>
              <a:gd name="csX51" fmla="*/ 121136 w 376081"/>
              <a:gd name="csY51" fmla="*/ 140334 h 414874"/>
              <a:gd name="csX52" fmla="*/ 121892 w 376081"/>
              <a:gd name="csY52" fmla="*/ 139583 h 414874"/>
              <a:gd name="csX53" fmla="*/ 151331 w 376081"/>
              <a:gd name="csY53" fmla="*/ 113787 h 414874"/>
              <a:gd name="csX54" fmla="*/ 162268 w 376081"/>
              <a:gd name="csY54" fmla="*/ 114516 h 414874"/>
              <a:gd name="csX55" fmla="*/ 161539 w 376081"/>
              <a:gd name="csY55" fmla="*/ 125453 h 414874"/>
              <a:gd name="csX56" fmla="*/ 138731 w 376081"/>
              <a:gd name="csY56" fmla="*/ 145437 h 414874"/>
              <a:gd name="csX57" fmla="*/ 161539 w 376081"/>
              <a:gd name="csY57" fmla="*/ 165423 h 414874"/>
              <a:gd name="csX58" fmla="*/ 224751 w 376081"/>
              <a:gd name="csY58" fmla="*/ 177089 h 414874"/>
              <a:gd name="csX59" fmla="*/ 213815 w 376081"/>
              <a:gd name="csY59" fmla="*/ 176359 h 414874"/>
              <a:gd name="csX60" fmla="*/ 214544 w 376081"/>
              <a:gd name="csY60" fmla="*/ 165423 h 414874"/>
              <a:gd name="csX61" fmla="*/ 237352 w 376081"/>
              <a:gd name="csY61" fmla="*/ 145437 h 414874"/>
              <a:gd name="csX62" fmla="*/ 214544 w 376081"/>
              <a:gd name="csY62" fmla="*/ 125453 h 414874"/>
              <a:gd name="csX63" fmla="*/ 213815 w 376081"/>
              <a:gd name="csY63" fmla="*/ 114516 h 414874"/>
              <a:gd name="csX64" fmla="*/ 224751 w 376081"/>
              <a:gd name="csY64" fmla="*/ 113787 h 414874"/>
              <a:gd name="csX65" fmla="*/ 254188 w 376081"/>
              <a:gd name="csY65" fmla="*/ 139583 h 414874"/>
              <a:gd name="csX66" fmla="*/ 254944 w 376081"/>
              <a:gd name="csY66" fmla="*/ 140334 h 414874"/>
              <a:gd name="csX67" fmla="*/ 254215 w 376081"/>
              <a:gd name="csY67" fmla="*/ 151271 h 414874"/>
              <a:gd name="csX68" fmla="*/ 224751 w 376081"/>
              <a:gd name="csY68" fmla="*/ 177089 h 414874"/>
              <a:gd name="csX69" fmla="*/ 267850 w 376081"/>
              <a:gd name="csY69" fmla="*/ 24536 h 414874"/>
              <a:gd name="csX70" fmla="*/ 267850 w 376081"/>
              <a:gd name="csY70" fmla="*/ 65741 h 414874"/>
              <a:gd name="csX71" fmla="*/ 278362 w 376081"/>
              <a:gd name="csY71" fmla="*/ 89064 h 414874"/>
              <a:gd name="csX72" fmla="*/ 306317 w 376081"/>
              <a:gd name="csY72" fmla="*/ 97717 h 414874"/>
              <a:gd name="csX73" fmla="*/ 306317 w 376081"/>
              <a:gd name="csY73" fmla="*/ 97693 h 414874"/>
              <a:gd name="csX74" fmla="*/ 332431 w 376081"/>
              <a:gd name="csY74" fmla="*/ 97693 h 414874"/>
              <a:gd name="csX75" fmla="*/ 332431 w 376081"/>
              <a:gd name="csY75" fmla="*/ 94409 h 414874"/>
              <a:gd name="csX76" fmla="*/ 267850 w 376081"/>
              <a:gd name="csY76" fmla="*/ 24536 h 414874"/>
              <a:gd name="csX77" fmla="*/ 162576 w 376081"/>
              <a:gd name="csY77" fmla="*/ 311437 h 414874"/>
              <a:gd name="csX78" fmla="*/ 148259 w 376081"/>
              <a:gd name="csY78" fmla="*/ 311437 h 414874"/>
              <a:gd name="csX79" fmla="*/ 148259 w 376081"/>
              <a:gd name="csY79" fmla="*/ 328066 h 414874"/>
              <a:gd name="csX80" fmla="*/ 126234 w 376081"/>
              <a:gd name="csY80" fmla="*/ 328066 h 414874"/>
              <a:gd name="csX81" fmla="*/ 126234 w 376081"/>
              <a:gd name="csY81" fmla="*/ 259240 h 414874"/>
              <a:gd name="csX82" fmla="*/ 160924 w 376081"/>
              <a:gd name="csY82" fmla="*/ 259240 h 414874"/>
              <a:gd name="csX83" fmla="*/ 184601 w 376081"/>
              <a:gd name="csY83" fmla="*/ 284678 h 414874"/>
              <a:gd name="csX84" fmla="*/ 178433 w 376081"/>
              <a:gd name="csY84" fmla="*/ 305381 h 414874"/>
              <a:gd name="csX85" fmla="*/ 172046 w 376081"/>
              <a:gd name="csY85" fmla="*/ 309675 h 414874"/>
              <a:gd name="csX86" fmla="*/ 162576 w 376081"/>
              <a:gd name="csY86" fmla="*/ 311437 h 414874"/>
              <a:gd name="csX87" fmla="*/ 148259 w 376081"/>
              <a:gd name="csY87" fmla="*/ 276859 h 414874"/>
              <a:gd name="csX88" fmla="*/ 148259 w 376081"/>
              <a:gd name="csY88" fmla="*/ 293818 h 414874"/>
              <a:gd name="csX89" fmla="*/ 153325 w 376081"/>
              <a:gd name="csY89" fmla="*/ 293818 h 414874"/>
              <a:gd name="csX90" fmla="*/ 159107 w 376081"/>
              <a:gd name="csY90" fmla="*/ 292993 h 414874"/>
              <a:gd name="csX91" fmla="*/ 160924 w 376081"/>
              <a:gd name="csY91" fmla="*/ 289193 h 414874"/>
              <a:gd name="csX92" fmla="*/ 160924 w 376081"/>
              <a:gd name="csY92" fmla="*/ 281483 h 414874"/>
              <a:gd name="csX93" fmla="*/ 159107 w 376081"/>
              <a:gd name="csY93" fmla="*/ 277686 h 414874"/>
              <a:gd name="csX94" fmla="*/ 153325 w 376081"/>
              <a:gd name="csY94" fmla="*/ 276859 h 414874"/>
              <a:gd name="csX95" fmla="*/ 148259 w 376081"/>
              <a:gd name="csY95" fmla="*/ 276859 h 414874"/>
              <a:gd name="csX96" fmla="*/ 212517 w 376081"/>
              <a:gd name="csY96" fmla="*/ 259240 h 414874"/>
              <a:gd name="csX97" fmla="*/ 218573 w 376081"/>
              <a:gd name="csY97" fmla="*/ 283465 h 414874"/>
              <a:gd name="csX98" fmla="*/ 219344 w 376081"/>
              <a:gd name="csY98" fmla="*/ 283465 h 414874"/>
              <a:gd name="csX99" fmla="*/ 225512 w 376081"/>
              <a:gd name="csY99" fmla="*/ 259240 h 414874"/>
              <a:gd name="csX100" fmla="*/ 249847 w 376081"/>
              <a:gd name="csY100" fmla="*/ 259240 h 414874"/>
              <a:gd name="csX101" fmla="*/ 230025 w 376081"/>
              <a:gd name="csY101" fmla="*/ 309346 h 414874"/>
              <a:gd name="csX102" fmla="*/ 230025 w 376081"/>
              <a:gd name="csY102" fmla="*/ 328066 h 414874"/>
              <a:gd name="csX103" fmla="*/ 208002 w 376081"/>
              <a:gd name="csY103" fmla="*/ 328066 h 414874"/>
              <a:gd name="csX104" fmla="*/ 208002 w 376081"/>
              <a:gd name="csY104" fmla="*/ 309346 h 414874"/>
              <a:gd name="csX105" fmla="*/ 188180 w 376081"/>
              <a:gd name="csY105" fmla="*/ 259240 h 414874"/>
              <a:gd name="csX106" fmla="*/ 212517 w 376081"/>
              <a:gd name="csY106" fmla="*/ 259240 h 4148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</a:cxnLst>
            <a:rect l="l" t="t" r="r" b="b"/>
            <a:pathLst>
              <a:path w="376081" h="414874">
                <a:moveTo>
                  <a:pt x="17121" y="210125"/>
                </a:moveTo>
                <a:lnTo>
                  <a:pt x="30668" y="210125"/>
                </a:lnTo>
                <a:lnTo>
                  <a:pt x="30668" y="42467"/>
                </a:lnTo>
                <a:cubicBezTo>
                  <a:pt x="30668" y="19129"/>
                  <a:pt x="49797" y="0"/>
                  <a:pt x="73135" y="0"/>
                </a:cubicBezTo>
                <a:lnTo>
                  <a:pt x="259964" y="0"/>
                </a:lnTo>
                <a:cubicBezTo>
                  <a:pt x="261999" y="-1"/>
                  <a:pt x="263917" y="954"/>
                  <a:pt x="265143" y="2580"/>
                </a:cubicBezTo>
                <a:lnTo>
                  <a:pt x="343663" y="87530"/>
                </a:lnTo>
                <a:cubicBezTo>
                  <a:pt x="344769" y="88722"/>
                  <a:pt x="345382" y="90289"/>
                  <a:pt x="345379" y="91915"/>
                </a:cubicBezTo>
                <a:lnTo>
                  <a:pt x="345413" y="91915"/>
                </a:lnTo>
                <a:lnTo>
                  <a:pt x="345413" y="210125"/>
                </a:lnTo>
                <a:lnTo>
                  <a:pt x="358960" y="210125"/>
                </a:lnTo>
                <a:cubicBezTo>
                  <a:pt x="368376" y="210125"/>
                  <a:pt x="376081" y="217845"/>
                  <a:pt x="376081" y="227246"/>
                </a:cubicBezTo>
                <a:lnTo>
                  <a:pt x="376081" y="360060"/>
                </a:lnTo>
                <a:cubicBezTo>
                  <a:pt x="376081" y="369462"/>
                  <a:pt x="368360" y="377182"/>
                  <a:pt x="358960" y="377182"/>
                </a:cubicBezTo>
                <a:lnTo>
                  <a:pt x="345134" y="377182"/>
                </a:lnTo>
                <a:cubicBezTo>
                  <a:pt x="342701" y="398156"/>
                  <a:pt x="324487" y="414875"/>
                  <a:pt x="302945" y="414875"/>
                </a:cubicBezTo>
                <a:lnTo>
                  <a:pt x="73135" y="414875"/>
                </a:lnTo>
                <a:cubicBezTo>
                  <a:pt x="51478" y="414875"/>
                  <a:pt x="33353" y="398238"/>
                  <a:pt x="30943" y="377182"/>
                </a:cubicBezTo>
                <a:lnTo>
                  <a:pt x="17121" y="377182"/>
                </a:lnTo>
                <a:cubicBezTo>
                  <a:pt x="7721" y="377182"/>
                  <a:pt x="0" y="369478"/>
                  <a:pt x="0" y="360060"/>
                </a:cubicBezTo>
                <a:lnTo>
                  <a:pt x="0" y="227246"/>
                </a:lnTo>
                <a:cubicBezTo>
                  <a:pt x="0" y="217829"/>
                  <a:pt x="7705" y="210125"/>
                  <a:pt x="17121" y="210125"/>
                </a:cubicBezTo>
                <a:close/>
                <a:moveTo>
                  <a:pt x="43650" y="210125"/>
                </a:moveTo>
                <a:lnTo>
                  <a:pt x="332431" y="210125"/>
                </a:lnTo>
                <a:lnTo>
                  <a:pt x="332431" y="110656"/>
                </a:lnTo>
                <a:lnTo>
                  <a:pt x="306317" y="110656"/>
                </a:lnTo>
                <a:lnTo>
                  <a:pt x="306317" y="110629"/>
                </a:lnTo>
                <a:lnTo>
                  <a:pt x="306217" y="110629"/>
                </a:lnTo>
                <a:cubicBezTo>
                  <a:pt x="290727" y="110385"/>
                  <a:pt x="278604" y="106275"/>
                  <a:pt x="269957" y="98888"/>
                </a:cubicBezTo>
                <a:cubicBezTo>
                  <a:pt x="260982" y="91222"/>
                  <a:pt x="255950" y="80271"/>
                  <a:pt x="254946" y="66660"/>
                </a:cubicBezTo>
                <a:lnTo>
                  <a:pt x="254886" y="65770"/>
                </a:lnTo>
                <a:lnTo>
                  <a:pt x="254886" y="12981"/>
                </a:lnTo>
                <a:lnTo>
                  <a:pt x="73135" y="12981"/>
                </a:lnTo>
                <a:cubicBezTo>
                  <a:pt x="56898" y="12981"/>
                  <a:pt x="43650" y="26230"/>
                  <a:pt x="43650" y="42467"/>
                </a:cubicBezTo>
                <a:lnTo>
                  <a:pt x="43650" y="210125"/>
                </a:lnTo>
                <a:close/>
                <a:moveTo>
                  <a:pt x="332028" y="377182"/>
                </a:moveTo>
                <a:lnTo>
                  <a:pt x="44047" y="377182"/>
                </a:lnTo>
                <a:cubicBezTo>
                  <a:pt x="46367" y="391088"/>
                  <a:pt x="58621" y="401893"/>
                  <a:pt x="73135" y="401893"/>
                </a:cubicBezTo>
                <a:lnTo>
                  <a:pt x="302945" y="401893"/>
                </a:lnTo>
                <a:cubicBezTo>
                  <a:pt x="317375" y="401893"/>
                  <a:pt x="329687" y="391037"/>
                  <a:pt x="332028" y="377182"/>
                </a:cubicBezTo>
                <a:close/>
                <a:moveTo>
                  <a:pt x="187896" y="107619"/>
                </a:moveTo>
                <a:cubicBezTo>
                  <a:pt x="188869" y="103443"/>
                  <a:pt x="193045" y="100846"/>
                  <a:pt x="197221" y="101817"/>
                </a:cubicBezTo>
                <a:cubicBezTo>
                  <a:pt x="201398" y="102790"/>
                  <a:pt x="203995" y="106966"/>
                  <a:pt x="203023" y="111142"/>
                </a:cubicBezTo>
                <a:lnTo>
                  <a:pt x="186186" y="183256"/>
                </a:lnTo>
                <a:cubicBezTo>
                  <a:pt x="185214" y="187433"/>
                  <a:pt x="181038" y="190030"/>
                  <a:pt x="176862" y="189058"/>
                </a:cubicBezTo>
                <a:cubicBezTo>
                  <a:pt x="172685" y="188086"/>
                  <a:pt x="170088" y="183909"/>
                  <a:pt x="171060" y="179733"/>
                </a:cubicBezTo>
                <a:lnTo>
                  <a:pt x="187896" y="107619"/>
                </a:lnTo>
                <a:close/>
                <a:moveTo>
                  <a:pt x="161539" y="165423"/>
                </a:moveTo>
                <a:cubicBezTo>
                  <a:pt x="164758" y="168241"/>
                  <a:pt x="165087" y="173140"/>
                  <a:pt x="162268" y="176359"/>
                </a:cubicBezTo>
                <a:cubicBezTo>
                  <a:pt x="159449" y="179580"/>
                  <a:pt x="154551" y="179907"/>
                  <a:pt x="151331" y="177089"/>
                </a:cubicBezTo>
                <a:lnTo>
                  <a:pt x="121866" y="151271"/>
                </a:lnTo>
                <a:cubicBezTo>
                  <a:pt x="118646" y="148452"/>
                  <a:pt x="118318" y="143554"/>
                  <a:pt x="121136" y="140334"/>
                </a:cubicBezTo>
                <a:cubicBezTo>
                  <a:pt x="121375" y="140062"/>
                  <a:pt x="121627" y="139812"/>
                  <a:pt x="121892" y="139583"/>
                </a:cubicBezTo>
                <a:lnTo>
                  <a:pt x="151331" y="113787"/>
                </a:lnTo>
                <a:cubicBezTo>
                  <a:pt x="154551" y="110968"/>
                  <a:pt x="159449" y="111296"/>
                  <a:pt x="162268" y="114516"/>
                </a:cubicBezTo>
                <a:cubicBezTo>
                  <a:pt x="165087" y="117736"/>
                  <a:pt x="164758" y="122634"/>
                  <a:pt x="161539" y="125453"/>
                </a:cubicBezTo>
                <a:lnTo>
                  <a:pt x="138731" y="145437"/>
                </a:lnTo>
                <a:lnTo>
                  <a:pt x="161539" y="165423"/>
                </a:lnTo>
                <a:close/>
                <a:moveTo>
                  <a:pt x="224751" y="177089"/>
                </a:moveTo>
                <a:cubicBezTo>
                  <a:pt x="221532" y="179907"/>
                  <a:pt x="216633" y="179580"/>
                  <a:pt x="213815" y="176359"/>
                </a:cubicBezTo>
                <a:cubicBezTo>
                  <a:pt x="210996" y="173140"/>
                  <a:pt x="211324" y="168241"/>
                  <a:pt x="214544" y="165423"/>
                </a:cubicBezTo>
                <a:lnTo>
                  <a:pt x="237352" y="145437"/>
                </a:lnTo>
                <a:lnTo>
                  <a:pt x="214544" y="125453"/>
                </a:lnTo>
                <a:cubicBezTo>
                  <a:pt x="211324" y="122634"/>
                  <a:pt x="210996" y="117736"/>
                  <a:pt x="213815" y="114516"/>
                </a:cubicBezTo>
                <a:cubicBezTo>
                  <a:pt x="216633" y="111296"/>
                  <a:pt x="221532" y="110968"/>
                  <a:pt x="224751" y="113787"/>
                </a:cubicBezTo>
                <a:lnTo>
                  <a:pt x="254188" y="139583"/>
                </a:lnTo>
                <a:cubicBezTo>
                  <a:pt x="254454" y="139812"/>
                  <a:pt x="254706" y="140062"/>
                  <a:pt x="254944" y="140334"/>
                </a:cubicBezTo>
                <a:cubicBezTo>
                  <a:pt x="257762" y="143554"/>
                  <a:pt x="257435" y="148452"/>
                  <a:pt x="254215" y="151271"/>
                </a:cubicBezTo>
                <a:lnTo>
                  <a:pt x="224751" y="177089"/>
                </a:lnTo>
                <a:close/>
                <a:moveTo>
                  <a:pt x="267850" y="24536"/>
                </a:moveTo>
                <a:lnTo>
                  <a:pt x="267850" y="65741"/>
                </a:lnTo>
                <a:cubicBezTo>
                  <a:pt x="268590" y="75801"/>
                  <a:pt x="272117" y="83728"/>
                  <a:pt x="278362" y="89064"/>
                </a:cubicBezTo>
                <a:cubicBezTo>
                  <a:pt x="284702" y="94480"/>
                  <a:pt x="294038" y="97508"/>
                  <a:pt x="306317" y="97717"/>
                </a:cubicBezTo>
                <a:lnTo>
                  <a:pt x="306317" y="97693"/>
                </a:lnTo>
                <a:lnTo>
                  <a:pt x="332431" y="97693"/>
                </a:lnTo>
                <a:lnTo>
                  <a:pt x="332431" y="94409"/>
                </a:lnTo>
                <a:lnTo>
                  <a:pt x="267850" y="24536"/>
                </a:lnTo>
                <a:close/>
                <a:moveTo>
                  <a:pt x="162576" y="311437"/>
                </a:moveTo>
                <a:lnTo>
                  <a:pt x="148259" y="311437"/>
                </a:lnTo>
                <a:lnTo>
                  <a:pt x="148259" y="328066"/>
                </a:lnTo>
                <a:lnTo>
                  <a:pt x="126234" y="328066"/>
                </a:lnTo>
                <a:lnTo>
                  <a:pt x="126234" y="259240"/>
                </a:lnTo>
                <a:lnTo>
                  <a:pt x="160924" y="259240"/>
                </a:lnTo>
                <a:cubicBezTo>
                  <a:pt x="176708" y="259240"/>
                  <a:pt x="184601" y="267719"/>
                  <a:pt x="184601" y="284678"/>
                </a:cubicBezTo>
                <a:cubicBezTo>
                  <a:pt x="184601" y="294001"/>
                  <a:pt x="182545" y="300901"/>
                  <a:pt x="178433" y="305381"/>
                </a:cubicBezTo>
                <a:cubicBezTo>
                  <a:pt x="176891" y="307069"/>
                  <a:pt x="174763" y="308501"/>
                  <a:pt x="172046" y="309675"/>
                </a:cubicBezTo>
                <a:cubicBezTo>
                  <a:pt x="169330" y="310850"/>
                  <a:pt x="166173" y="311437"/>
                  <a:pt x="162576" y="311437"/>
                </a:cubicBezTo>
                <a:close/>
                <a:moveTo>
                  <a:pt x="148259" y="276859"/>
                </a:moveTo>
                <a:lnTo>
                  <a:pt x="148259" y="293818"/>
                </a:lnTo>
                <a:lnTo>
                  <a:pt x="153325" y="293818"/>
                </a:lnTo>
                <a:cubicBezTo>
                  <a:pt x="155967" y="293818"/>
                  <a:pt x="157896" y="293543"/>
                  <a:pt x="159107" y="292993"/>
                </a:cubicBezTo>
                <a:cubicBezTo>
                  <a:pt x="160317" y="292442"/>
                  <a:pt x="160924" y="291176"/>
                  <a:pt x="160924" y="289193"/>
                </a:cubicBezTo>
                <a:lnTo>
                  <a:pt x="160924" y="281483"/>
                </a:lnTo>
                <a:cubicBezTo>
                  <a:pt x="160924" y="279501"/>
                  <a:pt x="160317" y="278234"/>
                  <a:pt x="159107" y="277686"/>
                </a:cubicBezTo>
                <a:cubicBezTo>
                  <a:pt x="157896" y="277135"/>
                  <a:pt x="155967" y="276859"/>
                  <a:pt x="153325" y="276859"/>
                </a:cubicBezTo>
                <a:lnTo>
                  <a:pt x="148259" y="276859"/>
                </a:lnTo>
                <a:close/>
                <a:moveTo>
                  <a:pt x="212517" y="259240"/>
                </a:moveTo>
                <a:lnTo>
                  <a:pt x="218573" y="283465"/>
                </a:lnTo>
                <a:lnTo>
                  <a:pt x="219344" y="283465"/>
                </a:lnTo>
                <a:lnTo>
                  <a:pt x="225512" y="259240"/>
                </a:lnTo>
                <a:lnTo>
                  <a:pt x="249847" y="259240"/>
                </a:lnTo>
                <a:lnTo>
                  <a:pt x="230025" y="309346"/>
                </a:lnTo>
                <a:lnTo>
                  <a:pt x="230025" y="328066"/>
                </a:lnTo>
                <a:lnTo>
                  <a:pt x="208002" y="328066"/>
                </a:lnTo>
                <a:lnTo>
                  <a:pt x="208002" y="309346"/>
                </a:lnTo>
                <a:lnTo>
                  <a:pt x="188180" y="259240"/>
                </a:lnTo>
                <a:lnTo>
                  <a:pt x="212517" y="259240"/>
                </a:lnTo>
                <a:close/>
              </a:path>
            </a:pathLst>
          </a:custGeom>
          <a:solidFill>
            <a:srgbClr val="3F7EB1"/>
          </a:solidFill>
          <a:ln w="801" cap="flat">
            <a:noFill/>
            <a:prstDash val="solid"/>
            <a:miter/>
          </a:ln>
        </p:spPr>
        <p:txBody>
          <a:bodyPr/>
          <a:lstStyle/>
          <a:p>
            <a:endParaRPr lang="en-MY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50C9518-F7F9-3C29-E0EC-6D506637D4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336822" y="1746584"/>
            <a:ext cx="335479" cy="3382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FC36448-22D4-012B-A030-B2B7D81B3F3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32362" y="0"/>
            <a:ext cx="659638" cy="65963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AF9BF85-FD79-0828-A675-BA52DC09A1FF}"/>
              </a:ext>
            </a:extLst>
          </p:cNvPr>
          <p:cNvSpPr txBox="1"/>
          <p:nvPr/>
        </p:nvSpPr>
        <p:spPr>
          <a:xfrm>
            <a:off x="678762" y="3146226"/>
            <a:ext cx="205002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i="1" noProof="1"/>
              <a:t>*perlu ada 2 display output </a:t>
            </a:r>
          </a:p>
        </p:txBody>
      </p:sp>
    </p:spTree>
    <p:extLst>
      <p:ext uri="{BB962C8B-B14F-4D97-AF65-F5344CB8AC3E}">
        <p14:creationId xmlns:p14="http://schemas.microsoft.com/office/powerpoint/2010/main" val="197864446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0E6ED-F832-5CE1-0776-8877AB460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D6A467A2-5A68-8534-090F-C1DF9050F52F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73034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b="1" noProof="1">
                <a:latin typeface="Roboto" panose="02000000000000000000" pitchFamily="2" charset="0"/>
                <a:ea typeface="Roboto" panose="02000000000000000000" pitchFamily="2" charset="0"/>
              </a:rPr>
              <a:t>System Requirements (Server)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37B5727-7044-43AB-18EA-BF88230559DE}"/>
              </a:ext>
            </a:extLst>
          </p:cNvPr>
          <p:cNvCxnSpPr/>
          <p:nvPr/>
        </p:nvCxnSpPr>
        <p:spPr>
          <a:xfrm>
            <a:off x="6002448" y="1330859"/>
            <a:ext cx="0" cy="5187636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F655095-CEA6-744F-2F99-D9D722BD4A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2452982"/>
              </p:ext>
            </p:extLst>
          </p:nvPr>
        </p:nvGraphicFramePr>
        <p:xfrm>
          <a:off x="209553" y="1762124"/>
          <a:ext cx="5605791" cy="4827648"/>
        </p:xfrm>
        <a:graphic>
          <a:graphicData uri="http://schemas.openxmlformats.org/drawingml/2006/table">
            <a:tbl>
              <a:tblPr/>
              <a:tblGrid>
                <a:gridCol w="1868597">
                  <a:extLst>
                    <a:ext uri="{9D8B030D-6E8A-4147-A177-3AD203B41FA5}">
                      <a16:colId xmlns:a16="http://schemas.microsoft.com/office/drawing/2014/main" val="823082315"/>
                    </a:ext>
                  </a:extLst>
                </a:gridCol>
                <a:gridCol w="1868597">
                  <a:extLst>
                    <a:ext uri="{9D8B030D-6E8A-4147-A177-3AD203B41FA5}">
                      <a16:colId xmlns:a16="http://schemas.microsoft.com/office/drawing/2014/main" val="3610782292"/>
                    </a:ext>
                  </a:extLst>
                </a:gridCol>
                <a:gridCol w="1868597">
                  <a:extLst>
                    <a:ext uri="{9D8B030D-6E8A-4147-A177-3AD203B41FA5}">
                      <a16:colId xmlns:a16="http://schemas.microsoft.com/office/drawing/2014/main" val="4159370084"/>
                    </a:ext>
                  </a:extLst>
                </a:gridCol>
              </a:tblGrid>
              <a:tr h="461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MY" b="1">
                          <a:effectLst/>
                        </a:rPr>
                        <a:t>Hardware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MY" b="1">
                          <a:effectLst/>
                        </a:rPr>
                        <a:t>Minimum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MY" b="1">
                          <a:effectLst/>
                        </a:rPr>
                        <a:t>Recommended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6926387"/>
                  </a:ext>
                </a:extLst>
              </a:tr>
              <a:tr h="8046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MY" b="1">
                          <a:effectLst/>
                        </a:rPr>
                        <a:t>CPU</a:t>
                      </a:r>
                      <a:endParaRPr lang="en-MY">
                        <a:effectLst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MY">
                          <a:effectLst/>
                        </a:rPr>
                        <a:t>Dual-core 1.6 GHz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MY">
                          <a:effectLst/>
                        </a:rPr>
                        <a:t>Quad-core 2.0 GHz+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9386202"/>
                  </a:ext>
                </a:extLst>
              </a:tr>
              <a:tr h="4618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MY" b="1">
                          <a:effectLst/>
                        </a:rPr>
                        <a:t>RAM</a:t>
                      </a:r>
                      <a:endParaRPr lang="en-MY">
                        <a:effectLst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MY">
                          <a:effectLst/>
                        </a:rPr>
                        <a:t>2 GB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MY">
                          <a:effectLst/>
                        </a:rPr>
                        <a:t>4 GB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9387788"/>
                  </a:ext>
                </a:extLst>
              </a:tr>
              <a:tr h="11474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MY" b="1">
                          <a:effectLst/>
                        </a:rPr>
                        <a:t>Storage</a:t>
                      </a:r>
                      <a:endParaRPr lang="en-MY">
                        <a:effectLst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>
                          <a:effectLst/>
                        </a:rPr>
                        <a:t>500 MB free (OS + app)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nn-NO">
                          <a:effectLst/>
                        </a:rPr>
                        <a:t>2 GB+ (for media video files)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5380045"/>
                  </a:ext>
                </a:extLst>
              </a:tr>
              <a:tr h="8046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MY" b="1">
                          <a:effectLst/>
                        </a:rPr>
                        <a:t>Network</a:t>
                      </a:r>
                      <a:endParaRPr lang="en-MY">
                        <a:effectLst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MY">
                          <a:effectLst/>
                        </a:rPr>
                        <a:t>Wired LAN (100 Mbps)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MY">
                          <a:effectLst/>
                        </a:rPr>
                        <a:t>Gigabit LAN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3051069"/>
                  </a:ext>
                </a:extLst>
              </a:tr>
              <a:tr h="11474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MY" b="1">
                          <a:effectLst/>
                        </a:rPr>
                        <a:t>Display Output</a:t>
                      </a:r>
                      <a:endParaRPr lang="en-MY">
                        <a:effectLst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MY">
                          <a:effectLst/>
                        </a:rPr>
                        <a:t>1 port (if not using as client)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MY">
                          <a:effectLst/>
                        </a:rPr>
                        <a:t>2 ports (if used as terminal+display)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1663981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D0B3940-4E19-C15A-0198-C2FE733B7D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4358155"/>
              </p:ext>
            </p:extLst>
          </p:nvPr>
        </p:nvGraphicFramePr>
        <p:xfrm>
          <a:off x="6189552" y="1762125"/>
          <a:ext cx="5792895" cy="4827648"/>
        </p:xfrm>
        <a:graphic>
          <a:graphicData uri="http://schemas.openxmlformats.org/drawingml/2006/table">
            <a:tbl>
              <a:tblPr/>
              <a:tblGrid>
                <a:gridCol w="1930965">
                  <a:extLst>
                    <a:ext uri="{9D8B030D-6E8A-4147-A177-3AD203B41FA5}">
                      <a16:colId xmlns:a16="http://schemas.microsoft.com/office/drawing/2014/main" val="1725229006"/>
                    </a:ext>
                  </a:extLst>
                </a:gridCol>
                <a:gridCol w="1930965">
                  <a:extLst>
                    <a:ext uri="{9D8B030D-6E8A-4147-A177-3AD203B41FA5}">
                      <a16:colId xmlns:a16="http://schemas.microsoft.com/office/drawing/2014/main" val="684620969"/>
                    </a:ext>
                  </a:extLst>
                </a:gridCol>
                <a:gridCol w="1930965">
                  <a:extLst>
                    <a:ext uri="{9D8B030D-6E8A-4147-A177-3AD203B41FA5}">
                      <a16:colId xmlns:a16="http://schemas.microsoft.com/office/drawing/2014/main" val="1559113312"/>
                    </a:ext>
                  </a:extLst>
                </a:gridCol>
              </a:tblGrid>
              <a:tr h="38071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MY" b="1">
                          <a:effectLst/>
                        </a:rPr>
                        <a:t>Software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MY" b="1">
                          <a:effectLst/>
                        </a:rPr>
                        <a:t>Version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MY" b="1">
                          <a:effectLst/>
                        </a:rPr>
                        <a:t>Notes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9169772"/>
                  </a:ext>
                </a:extLst>
              </a:tr>
              <a:tr h="122849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MY" b="1">
                          <a:effectLst/>
                        </a:rPr>
                        <a:t>OS</a:t>
                      </a:r>
                      <a:endParaRPr lang="en-MY">
                        <a:effectLst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MY">
                          <a:effectLst/>
                        </a:rPr>
                        <a:t>Windows 7-11 / any linux distro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>
                          <a:effectLst/>
                        </a:rPr>
                        <a:t>Linux will have slightly different setup procedure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9464147"/>
                  </a:ext>
                </a:extLst>
              </a:tr>
              <a:tr h="66331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MY" b="1">
                          <a:effectLst/>
                        </a:rPr>
                        <a:t>Python</a:t>
                      </a:r>
                      <a:endParaRPr lang="en-MY">
                        <a:effectLst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MY">
                          <a:effectLst/>
                        </a:rPr>
                        <a:t>3.8 or later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MY">
                          <a:effectLst/>
                        </a:rPr>
                        <a:t>3.11+ recommended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0685760"/>
                  </a:ext>
                </a:extLst>
              </a:tr>
              <a:tr h="66331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MY" b="1">
                          <a:effectLst/>
                        </a:rPr>
                        <a:t>pip</a:t>
                      </a:r>
                      <a:endParaRPr lang="en-MY">
                        <a:effectLst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MY">
                          <a:effectLst/>
                        </a:rPr>
                        <a:t>Latest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MY">
                          <a:effectLst/>
                        </a:rPr>
                        <a:t>Installed with Python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1648028"/>
                  </a:ext>
                </a:extLst>
              </a:tr>
              <a:tr h="9459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MY" b="1">
                          <a:effectLst/>
                        </a:rPr>
                        <a:t>git</a:t>
                      </a:r>
                      <a:endParaRPr lang="en-MY">
                        <a:effectLst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MY">
                          <a:effectLst/>
                        </a:rPr>
                        <a:t>Latest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>
                          <a:effectLst/>
                        </a:rPr>
                        <a:t>Required for auto-update feature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3359587"/>
                  </a:ext>
                </a:extLst>
              </a:tr>
              <a:tr h="94590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MY" b="1">
                          <a:effectLst/>
                        </a:rPr>
                        <a:t>Chrome/Browser</a:t>
                      </a:r>
                      <a:endParaRPr lang="en-MY">
                        <a:effectLst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MY">
                          <a:effectLst/>
                        </a:rPr>
                        <a:t>Latest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>
                          <a:effectLst/>
                        </a:rPr>
                        <a:t>Required for terminal &amp; tv display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71130"/>
                  </a:ext>
                </a:extLst>
              </a:tr>
            </a:tbl>
          </a:graphicData>
        </a:graphic>
      </p:graphicFrame>
      <p:pic>
        <p:nvPicPr>
          <p:cNvPr id="13" name="Picture 12">
            <a:extLst>
              <a:ext uri="{FF2B5EF4-FFF2-40B4-BE49-F238E27FC236}">
                <a16:creationId xmlns:a16="http://schemas.microsoft.com/office/drawing/2014/main" id="{CA7222F6-0AA4-CAB3-443D-669A72406E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32362" y="0"/>
            <a:ext cx="659638" cy="6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35572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064A7-0826-E3EB-7F26-EC422ACC7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BD63833B-2413-D5E6-0F19-A2497933DB49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73034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b="1" noProof="1">
                <a:latin typeface="Roboto" panose="02000000000000000000" pitchFamily="2" charset="0"/>
                <a:ea typeface="Roboto" panose="02000000000000000000" pitchFamily="2" charset="0"/>
              </a:rPr>
              <a:t>4 Modul Utama</a:t>
            </a: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D52E5235-A78A-D7D2-C979-452DDD22DD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31864243"/>
              </p:ext>
            </p:extLst>
          </p:nvPr>
        </p:nvGraphicFramePr>
        <p:xfrm>
          <a:off x="406400" y="1494971"/>
          <a:ext cx="10947400" cy="46433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00BB0082-E4E9-CB16-BF6C-729F9301869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32362" y="0"/>
            <a:ext cx="659638" cy="65963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EEB367B-0D5C-82C2-93BE-385F42F7AC22}"/>
              </a:ext>
            </a:extLst>
          </p:cNvPr>
          <p:cNvSpPr txBox="1"/>
          <p:nvPr/>
        </p:nvSpPr>
        <p:spPr>
          <a:xfrm>
            <a:off x="2698061" y="6201235"/>
            <a:ext cx="179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1"/>
              <a:t>Staff Farmasi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2F14AE-900E-7A02-79BC-C7B7A2FD23A3}"/>
              </a:ext>
            </a:extLst>
          </p:cNvPr>
          <p:cNvSpPr txBox="1"/>
          <p:nvPr/>
        </p:nvSpPr>
        <p:spPr>
          <a:xfrm>
            <a:off x="7253921" y="6168502"/>
            <a:ext cx="1946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1"/>
              <a:t>Pesakit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146E964-2086-A5B7-2A6D-F126858A1FAF}"/>
              </a:ext>
            </a:extLst>
          </p:cNvPr>
          <p:cNvCxnSpPr>
            <a:cxnSpLocks/>
          </p:cNvCxnSpPr>
          <p:nvPr/>
        </p:nvCxnSpPr>
        <p:spPr>
          <a:xfrm>
            <a:off x="5880100" y="1275896"/>
            <a:ext cx="0" cy="5363029"/>
          </a:xfrm>
          <a:prstGeom prst="line">
            <a:avLst/>
          </a:prstGeom>
          <a:ln w="63500" cmpd="sng">
            <a:solidFill>
              <a:schemeClr val="accent1">
                <a:lumMod val="20000"/>
                <a:lumOff val="8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63790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BE5B2-74A0-C22D-D9EA-E71F8B9BF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3C221FC-DC59-3613-9165-AB47B5DEF1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215"/>
          <a:stretch>
            <a:fillRect/>
          </a:stretch>
        </p:blipFill>
        <p:spPr>
          <a:xfrm>
            <a:off x="1927396" y="0"/>
            <a:ext cx="10274192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CDCFA405-B51C-5840-19DC-C942514C2619}"/>
              </a:ext>
            </a:extLst>
          </p:cNvPr>
          <p:cNvSpPr txBox="1">
            <a:spLocks/>
          </p:cNvSpPr>
          <p:nvPr/>
        </p:nvSpPr>
        <p:spPr>
          <a:xfrm rot="16200000">
            <a:off x="-2563417" y="3063828"/>
            <a:ext cx="6539186" cy="73034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800" b="1" noProof="1">
                <a:latin typeface="Roboto" panose="02000000000000000000" pitchFamily="2" charset="0"/>
                <a:ea typeface="Roboto" panose="02000000000000000000" pitchFamily="2" charset="0"/>
              </a:rPr>
              <a:t>QMS TERMINAL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82879F-FC93-DD1E-2271-1E5E95D696A2}"/>
              </a:ext>
            </a:extLst>
          </p:cNvPr>
          <p:cNvSpPr txBox="1"/>
          <p:nvPr/>
        </p:nvSpPr>
        <p:spPr>
          <a:xfrm>
            <a:off x="8268995" y="2030640"/>
            <a:ext cx="392300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1"/>
              <a:t>Features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noProof="1">
                <a:solidFill>
                  <a:srgbClr val="C00000"/>
                </a:solidFill>
              </a:rPr>
              <a:t>Quick Counter Change </a:t>
            </a:r>
            <a:r>
              <a:rPr lang="en-US" noProof="1"/>
              <a:t>(press [+], number)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noProof="1">
                <a:solidFill>
                  <a:srgbClr val="C00000"/>
                </a:solidFill>
              </a:rPr>
              <a:t>Swappable Keypad </a:t>
            </a:r>
            <a:r>
              <a:rPr lang="en-US" noProof="1"/>
              <a:t>Layout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noProof="1">
                <a:solidFill>
                  <a:srgbClr val="C00000"/>
                </a:solidFill>
              </a:rPr>
              <a:t>Key Event Listener </a:t>
            </a:r>
            <a:r>
              <a:rPr lang="en-US" noProof="1"/>
              <a:t>enabled (</a:t>
            </a:r>
            <a:r>
              <a:rPr lang="en-US" i="1" noProof="1"/>
              <a:t>can type anywhere without clicking on the input box</a:t>
            </a:r>
            <a:r>
              <a:rPr lang="en-US" noProof="1"/>
              <a:t>)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6683781-D2D3-E05F-F86B-CB9AFDAB3437}"/>
              </a:ext>
            </a:extLst>
          </p:cNvPr>
          <p:cNvSpPr txBox="1">
            <a:spLocks/>
          </p:cNvSpPr>
          <p:nvPr/>
        </p:nvSpPr>
        <p:spPr>
          <a:xfrm rot="16200000">
            <a:off x="-272536" y="3063828"/>
            <a:ext cx="3418114" cy="73034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noProof="1">
                <a:latin typeface="Roboto" panose="02000000000000000000" pitchFamily="2" charset="0"/>
                <a:ea typeface="Roboto" panose="02000000000000000000" pitchFamily="2" charset="0"/>
              </a:rPr>
              <a:t>(Desktop View)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EDA0D5E-3126-CEA2-FF69-093E74D0CD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84" y="0"/>
            <a:ext cx="659638" cy="65963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895F543-7F98-970E-095D-A0763667FB9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42" t="21296" r="15926" b="12408"/>
          <a:stretch>
            <a:fillRect/>
          </a:stretch>
        </p:blipFill>
        <p:spPr>
          <a:xfrm>
            <a:off x="9883144" y="4040135"/>
            <a:ext cx="1967853" cy="2658458"/>
          </a:xfrm>
          <a:prstGeom prst="roundRect">
            <a:avLst>
              <a:gd name="adj" fmla="val 4321"/>
            </a:avLst>
          </a:prstGeom>
          <a:ln w="38100">
            <a:solidFill>
              <a:srgbClr val="3F7EB1"/>
            </a:solidFill>
          </a:ln>
        </p:spPr>
      </p:pic>
    </p:spTree>
    <p:extLst>
      <p:ext uri="{BB962C8B-B14F-4D97-AF65-F5344CB8AC3E}">
        <p14:creationId xmlns:p14="http://schemas.microsoft.com/office/powerpoint/2010/main" val="153774460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0E1BE-E4B0-658B-328D-E5E54FA0F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C29CD26C-5EEB-EAB3-749E-74B828B476FD}"/>
              </a:ext>
            </a:extLst>
          </p:cNvPr>
          <p:cNvGrpSpPr/>
          <p:nvPr/>
        </p:nvGrpSpPr>
        <p:grpSpPr>
          <a:xfrm>
            <a:off x="2344625" y="333375"/>
            <a:ext cx="3169444" cy="6134101"/>
            <a:chOff x="878682" y="333375"/>
            <a:chExt cx="3169444" cy="6134101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7862A1D5-6B6C-190B-8FE4-8CA8678309AD}"/>
                </a:ext>
              </a:extLst>
            </p:cNvPr>
            <p:cNvSpPr/>
            <p:nvPr/>
          </p:nvSpPr>
          <p:spPr>
            <a:xfrm>
              <a:off x="878682" y="333375"/>
              <a:ext cx="3169444" cy="6134101"/>
            </a:xfrm>
            <a:prstGeom prst="roundRect">
              <a:avLst>
                <a:gd name="adj" fmla="val 8877"/>
              </a:avLst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314B472-E711-B93F-16A1-1255195E77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5598" y="515113"/>
              <a:ext cx="2995612" cy="5751574"/>
            </a:xfrm>
            <a:prstGeom prst="roundRect">
              <a:avLst>
                <a:gd name="adj" fmla="val 8083"/>
              </a:avLst>
            </a:prstGeom>
            <a:ln w="79375" cap="rnd">
              <a:solidFill>
                <a:schemeClr val="tx1"/>
              </a:solidFill>
            </a:ln>
          </p:spPr>
        </p:pic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A0561193-E28B-A946-A868-3182B0779D0A}"/>
              </a:ext>
            </a:extLst>
          </p:cNvPr>
          <p:cNvSpPr txBox="1">
            <a:spLocks/>
          </p:cNvSpPr>
          <p:nvPr/>
        </p:nvSpPr>
        <p:spPr>
          <a:xfrm rot="16200000">
            <a:off x="-2563417" y="3063828"/>
            <a:ext cx="6539186" cy="73034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800" b="1" noProof="1">
                <a:latin typeface="Roboto" panose="02000000000000000000" pitchFamily="2" charset="0"/>
                <a:ea typeface="Roboto" panose="02000000000000000000" pitchFamily="2" charset="0"/>
              </a:rPr>
              <a:t>QMS TERMINAL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D0F3687-5023-9942-7EC9-20572462E574}"/>
              </a:ext>
            </a:extLst>
          </p:cNvPr>
          <p:cNvSpPr txBox="1">
            <a:spLocks/>
          </p:cNvSpPr>
          <p:nvPr/>
        </p:nvSpPr>
        <p:spPr>
          <a:xfrm rot="16200000">
            <a:off x="-272536" y="3063828"/>
            <a:ext cx="3418114" cy="73034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noProof="1">
                <a:latin typeface="Roboto" panose="02000000000000000000" pitchFamily="2" charset="0"/>
                <a:ea typeface="Roboto" panose="02000000000000000000" pitchFamily="2" charset="0"/>
              </a:rPr>
              <a:t>(Mobile Display)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DD0FC36-30FD-7393-B9E1-4910D5BE0B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2288" y="333375"/>
            <a:ext cx="1945633" cy="37356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1BEDEA3-4184-05C6-D8E9-0EE6EF4F4E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8479" y="333375"/>
            <a:ext cx="1945633" cy="373561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5247B8F-DA66-38EE-C954-1D55ADB9CB97}"/>
              </a:ext>
            </a:extLst>
          </p:cNvPr>
          <p:cNvSpPr txBox="1"/>
          <p:nvPr/>
        </p:nvSpPr>
        <p:spPr>
          <a:xfrm>
            <a:off x="6314602" y="4439104"/>
            <a:ext cx="501252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1"/>
              <a:t>Features :</a:t>
            </a:r>
          </a:p>
          <a:p>
            <a:r>
              <a:rPr lang="en-US" b="1" noProof="1">
                <a:solidFill>
                  <a:srgbClr val="C00000"/>
                </a:solidFill>
              </a:rPr>
              <a:t>Responsive Design </a:t>
            </a:r>
            <a:r>
              <a:rPr lang="en-US" noProof="1"/>
              <a:t>(Auto resize on mobile device)</a:t>
            </a:r>
            <a:br>
              <a:rPr lang="en-US" noProof="1"/>
            </a:br>
            <a:r>
              <a:rPr lang="en-US" b="1" noProof="1">
                <a:solidFill>
                  <a:srgbClr val="C00000"/>
                </a:solidFill>
              </a:rPr>
              <a:t>Wakelock Build-in </a:t>
            </a:r>
            <a:r>
              <a:rPr lang="en-US" noProof="1"/>
              <a:t>(Device will not go to sleep when active)</a:t>
            </a:r>
          </a:p>
          <a:p>
            <a:r>
              <a:rPr lang="en-US" b="1" noProof="1">
                <a:solidFill>
                  <a:srgbClr val="C00000"/>
                </a:solidFill>
              </a:rPr>
              <a:t>Dark Mode </a:t>
            </a:r>
            <a:r>
              <a:rPr lang="en-US" noProof="1"/>
              <a:t>available (to save power for oled device)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7B690B5-29FD-0120-815D-0B8320B580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84" y="0"/>
            <a:ext cx="659638" cy="6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38679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8B3DF670-6632-DBA6-56B8-0956AF2C5B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629" y="0"/>
            <a:ext cx="10415187" cy="6858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3EBDE04E-EB6E-072F-2A44-38445A736A45}"/>
              </a:ext>
            </a:extLst>
          </p:cNvPr>
          <p:cNvSpPr txBox="1">
            <a:spLocks/>
          </p:cNvSpPr>
          <p:nvPr/>
        </p:nvSpPr>
        <p:spPr>
          <a:xfrm rot="16200000">
            <a:off x="-2563417" y="3063828"/>
            <a:ext cx="6539186" cy="73034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800" b="1" noProof="1">
                <a:latin typeface="Roboto" panose="02000000000000000000" pitchFamily="2" charset="0"/>
                <a:ea typeface="Roboto" panose="02000000000000000000" pitchFamily="2" charset="0"/>
              </a:rPr>
              <a:t>DASHBOARD VIEW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BBF91C6-7C47-EBD4-CCF3-7CAC16D6E7B0}"/>
              </a:ext>
            </a:extLst>
          </p:cNvPr>
          <p:cNvSpPr txBox="1">
            <a:spLocks/>
          </p:cNvSpPr>
          <p:nvPr/>
        </p:nvSpPr>
        <p:spPr>
          <a:xfrm rot="16200000">
            <a:off x="-631138" y="3140762"/>
            <a:ext cx="3981450" cy="57647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noProof="1">
                <a:latin typeface="Roboto" panose="02000000000000000000" pitchFamily="2" charset="0"/>
                <a:ea typeface="Roboto" panose="02000000000000000000" pitchFamily="2" charset="0"/>
              </a:rPr>
              <a:t>(For Counter Staff)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17FCED-C7D4-6A42-04E7-A8DCD3F2D2F7}"/>
              </a:ext>
            </a:extLst>
          </p:cNvPr>
          <p:cNvSpPr txBox="1"/>
          <p:nvPr/>
        </p:nvSpPr>
        <p:spPr>
          <a:xfrm>
            <a:off x="7227579" y="1068943"/>
            <a:ext cx="2621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1">
                <a:solidFill>
                  <a:srgbClr val="C00000"/>
                </a:solidFill>
              </a:rPr>
              <a:t>Search for called number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CB74D8-4F02-29F4-6D54-B25410BE308B}"/>
              </a:ext>
            </a:extLst>
          </p:cNvPr>
          <p:cNvSpPr txBox="1"/>
          <p:nvPr/>
        </p:nvSpPr>
        <p:spPr>
          <a:xfrm>
            <a:off x="6096000" y="3594139"/>
            <a:ext cx="2706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1">
                <a:solidFill>
                  <a:srgbClr val="C00000"/>
                </a:solidFill>
              </a:rPr>
              <a:t>View call volume per hour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40305C1-DE8B-DD4E-5E77-A90B4FAAFE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84" y="0"/>
            <a:ext cx="659638" cy="65963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8E2F08D-6857-0A7F-EEAD-B66F0A0187A8}"/>
              </a:ext>
            </a:extLst>
          </p:cNvPr>
          <p:cNvSpPr txBox="1"/>
          <p:nvPr/>
        </p:nvSpPr>
        <p:spPr>
          <a:xfrm>
            <a:off x="10426371" y="26432"/>
            <a:ext cx="1722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1">
                <a:solidFill>
                  <a:srgbClr val="C00000"/>
                </a:solidFill>
              </a:rPr>
              <a:t>Export function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9A72D8-8518-B9FB-840D-D860C1C1BBFC}"/>
              </a:ext>
            </a:extLst>
          </p:cNvPr>
          <p:cNvSpPr txBox="1"/>
          <p:nvPr/>
        </p:nvSpPr>
        <p:spPr>
          <a:xfrm>
            <a:off x="4073196" y="1798082"/>
            <a:ext cx="17221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1">
                <a:solidFill>
                  <a:srgbClr val="C00000"/>
                </a:solidFill>
              </a:rPr>
              <a:t>View Past Data</a:t>
            </a:r>
          </a:p>
          <a:p>
            <a:pPr algn="ctr"/>
            <a:r>
              <a:rPr lang="en-US" noProof="1">
                <a:solidFill>
                  <a:srgbClr val="C00000"/>
                </a:solidFill>
              </a:rPr>
              <a:t>(up to 1 month)</a:t>
            </a:r>
          </a:p>
        </p:txBody>
      </p:sp>
    </p:spTree>
    <p:extLst>
      <p:ext uri="{BB962C8B-B14F-4D97-AF65-F5344CB8AC3E}">
        <p14:creationId xmlns:p14="http://schemas.microsoft.com/office/powerpoint/2010/main" val="69777622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6F2BA6CB-A3CA-4D97-8089-AD1A60DF4604}"/>
              </a:ext>
            </a:extLst>
          </p:cNvPr>
          <p:cNvGrpSpPr/>
          <p:nvPr/>
        </p:nvGrpSpPr>
        <p:grpSpPr>
          <a:xfrm>
            <a:off x="1847850" y="291719"/>
            <a:ext cx="9810750" cy="6103577"/>
            <a:chOff x="1838325" y="329819"/>
            <a:chExt cx="9810750" cy="5943135"/>
          </a:xfrm>
          <a:solidFill>
            <a:schemeClr val="bg2">
              <a:lumMod val="25000"/>
            </a:schemeClr>
          </a:solidFill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6FF738E5-1B88-2C92-30CD-1611B3B18E0A}"/>
                </a:ext>
              </a:extLst>
            </p:cNvPr>
            <p:cNvSpPr/>
            <p:nvPr/>
          </p:nvSpPr>
          <p:spPr>
            <a:xfrm>
              <a:off x="1838325" y="329819"/>
              <a:ext cx="9810750" cy="5514510"/>
            </a:xfrm>
            <a:prstGeom prst="roundRect">
              <a:avLst>
                <a:gd name="adj" fmla="val 2331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DC29F04-5BA3-ED57-39EA-1C21DEE82F4B}"/>
                </a:ext>
              </a:extLst>
            </p:cNvPr>
            <p:cNvSpPr/>
            <p:nvPr/>
          </p:nvSpPr>
          <p:spPr>
            <a:xfrm>
              <a:off x="6096000" y="5844329"/>
              <a:ext cx="1209676" cy="28575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842797D-C374-9042-9AF2-E11FB3513C52}"/>
                </a:ext>
              </a:extLst>
            </p:cNvPr>
            <p:cNvSpPr/>
            <p:nvPr/>
          </p:nvSpPr>
          <p:spPr>
            <a:xfrm>
              <a:off x="5010151" y="5987204"/>
              <a:ext cx="3381374" cy="28575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7F2AA296-0391-C777-0C07-000C097697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5956" y="415079"/>
            <a:ext cx="9489441" cy="5337811"/>
          </a:xfrm>
          <a:prstGeom prst="roundRect">
            <a:avLst>
              <a:gd name="adj" fmla="val 2035"/>
            </a:avLst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D4786484-2655-06CD-F9FD-4953BA95EA4C}"/>
              </a:ext>
            </a:extLst>
          </p:cNvPr>
          <p:cNvSpPr txBox="1">
            <a:spLocks/>
          </p:cNvSpPr>
          <p:nvPr/>
        </p:nvSpPr>
        <p:spPr>
          <a:xfrm rot="16200000">
            <a:off x="-2563417" y="3063828"/>
            <a:ext cx="6539186" cy="73034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800" b="1" noProof="1">
                <a:latin typeface="Roboto" panose="02000000000000000000" pitchFamily="2" charset="0"/>
                <a:ea typeface="Roboto" panose="02000000000000000000" pitchFamily="2" charset="0"/>
              </a:rPr>
              <a:t>TV DISPLAY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54ABCBAE-4DC4-17BB-349A-41652CBDD00D}"/>
              </a:ext>
            </a:extLst>
          </p:cNvPr>
          <p:cNvSpPr txBox="1">
            <a:spLocks/>
          </p:cNvSpPr>
          <p:nvPr/>
        </p:nvSpPr>
        <p:spPr>
          <a:xfrm rot="16200000">
            <a:off x="-745438" y="3140762"/>
            <a:ext cx="4210050" cy="57647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noProof="1">
                <a:latin typeface="Roboto" panose="02000000000000000000" pitchFamily="2" charset="0"/>
                <a:ea typeface="Roboto" panose="02000000000000000000" pitchFamily="2" charset="0"/>
              </a:rPr>
              <a:t>(Ruang Menunggu)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6E5D9BE-209D-24AA-C39E-3B70811577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84" y="0"/>
            <a:ext cx="659638" cy="65963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3743589-F52D-B1A5-4981-6B66CEC7619D}"/>
              </a:ext>
            </a:extLst>
          </p:cNvPr>
          <p:cNvSpPr txBox="1"/>
          <p:nvPr/>
        </p:nvSpPr>
        <p:spPr>
          <a:xfrm>
            <a:off x="8788401" y="6025964"/>
            <a:ext cx="29463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1">
                <a:solidFill>
                  <a:srgbClr val="C00000"/>
                </a:solidFill>
              </a:rPr>
              <a:t>Paparan sama seperti SeQue</a:t>
            </a:r>
          </a:p>
        </p:txBody>
      </p:sp>
    </p:spTree>
    <p:extLst>
      <p:ext uri="{BB962C8B-B14F-4D97-AF65-F5344CB8AC3E}">
        <p14:creationId xmlns:p14="http://schemas.microsoft.com/office/powerpoint/2010/main" val="96258521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9C3F5-1D7C-9907-5239-F94F996F4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B8400AE-5169-EE0D-38F1-6D1171E15BE8}"/>
              </a:ext>
            </a:extLst>
          </p:cNvPr>
          <p:cNvGrpSpPr/>
          <p:nvPr/>
        </p:nvGrpSpPr>
        <p:grpSpPr>
          <a:xfrm>
            <a:off x="4156576" y="329819"/>
            <a:ext cx="5920874" cy="3683562"/>
            <a:chOff x="1847850" y="291719"/>
            <a:chExt cx="9810750" cy="6103577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3E22C8A-F951-6C91-2600-2B0723A8782D}"/>
                </a:ext>
              </a:extLst>
            </p:cNvPr>
            <p:cNvGrpSpPr/>
            <p:nvPr/>
          </p:nvGrpSpPr>
          <p:grpSpPr>
            <a:xfrm>
              <a:off x="1847850" y="291719"/>
              <a:ext cx="9810750" cy="6103577"/>
              <a:chOff x="1838325" y="329819"/>
              <a:chExt cx="9810750" cy="5943135"/>
            </a:xfrm>
            <a:solidFill>
              <a:schemeClr val="bg2">
                <a:lumMod val="25000"/>
              </a:schemeClr>
            </a:solidFill>
          </p:grpSpPr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3A0FC241-0999-58AA-A2F4-C46F295D288B}"/>
                  </a:ext>
                </a:extLst>
              </p:cNvPr>
              <p:cNvSpPr/>
              <p:nvPr/>
            </p:nvSpPr>
            <p:spPr>
              <a:xfrm>
                <a:off x="1838325" y="329819"/>
                <a:ext cx="9810750" cy="5514510"/>
              </a:xfrm>
              <a:prstGeom prst="roundRect">
                <a:avLst>
                  <a:gd name="adj" fmla="val 2331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C4362906-FA81-5238-EC3D-172D315D817E}"/>
                  </a:ext>
                </a:extLst>
              </p:cNvPr>
              <p:cNvSpPr/>
              <p:nvPr/>
            </p:nvSpPr>
            <p:spPr>
              <a:xfrm>
                <a:off x="6096000" y="5844329"/>
                <a:ext cx="1209676" cy="28575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F79CB65-D30A-4881-A1BE-81CD40A2B18D}"/>
                  </a:ext>
                </a:extLst>
              </p:cNvPr>
              <p:cNvSpPr/>
              <p:nvPr/>
            </p:nvSpPr>
            <p:spPr>
              <a:xfrm>
                <a:off x="5010151" y="5987204"/>
                <a:ext cx="3381374" cy="28575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Y"/>
              </a:p>
            </p:txBody>
          </p:sp>
        </p:grp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8852E30-DB62-7FA4-EBB1-A60473BFE2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05956" y="415079"/>
              <a:ext cx="9489441" cy="5337811"/>
            </a:xfrm>
            <a:prstGeom prst="roundRect">
              <a:avLst>
                <a:gd name="adj" fmla="val 2035"/>
              </a:avLst>
            </a:prstGeom>
          </p:spPr>
        </p:pic>
      </p:grpSp>
      <p:sp>
        <p:nvSpPr>
          <p:cNvPr id="10" name="Title 1">
            <a:extLst>
              <a:ext uri="{FF2B5EF4-FFF2-40B4-BE49-F238E27FC236}">
                <a16:creationId xmlns:a16="http://schemas.microsoft.com/office/drawing/2014/main" id="{59EDE6E3-95EA-AC55-C234-E66ED0916AA9}"/>
              </a:ext>
            </a:extLst>
          </p:cNvPr>
          <p:cNvSpPr txBox="1">
            <a:spLocks/>
          </p:cNvSpPr>
          <p:nvPr/>
        </p:nvSpPr>
        <p:spPr>
          <a:xfrm rot="16200000">
            <a:off x="-2563417" y="3063828"/>
            <a:ext cx="6539186" cy="73034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800" b="1" noProof="1">
                <a:latin typeface="Roboto" panose="02000000000000000000" pitchFamily="2" charset="0"/>
                <a:ea typeface="Roboto" panose="02000000000000000000" pitchFamily="2" charset="0"/>
              </a:rPr>
              <a:t>TV DISPLAY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D7762C9-D26F-1A3A-05E2-3D3465292527}"/>
              </a:ext>
            </a:extLst>
          </p:cNvPr>
          <p:cNvSpPr txBox="1">
            <a:spLocks/>
          </p:cNvSpPr>
          <p:nvPr/>
        </p:nvSpPr>
        <p:spPr>
          <a:xfrm rot="16200000">
            <a:off x="-745438" y="3140762"/>
            <a:ext cx="4210050" cy="57647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noProof="1">
                <a:latin typeface="Roboto" panose="02000000000000000000" pitchFamily="2" charset="0"/>
                <a:ea typeface="Roboto" panose="02000000000000000000" pitchFamily="2" charset="0"/>
              </a:rPr>
              <a:t>(Ruang Menunggu)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64EB06C-44BD-41C3-F84A-186F91FDBC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84" y="0"/>
            <a:ext cx="659638" cy="6596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865ABEA-F1F7-5ED5-EF87-C58D4E04699A}"/>
              </a:ext>
            </a:extLst>
          </p:cNvPr>
          <p:cNvSpPr txBox="1"/>
          <p:nvPr/>
        </p:nvSpPr>
        <p:spPr>
          <a:xfrm>
            <a:off x="2107088" y="4225122"/>
            <a:ext cx="974390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noProof="1"/>
              <a:t>Semasa Waktu Puncak :</a:t>
            </a:r>
          </a:p>
          <a:p>
            <a:r>
              <a:rPr lang="sv-SE" sz="2800" noProof="1"/>
              <a:t>120 panggilan dalam tempoh 60 minit</a:t>
            </a:r>
          </a:p>
          <a:p>
            <a:r>
              <a:rPr lang="sv-SE" sz="2800" noProof="1"/>
              <a:t>1 panggilan setiap 30 saat</a:t>
            </a:r>
          </a:p>
          <a:p>
            <a:r>
              <a:rPr lang="sv-SE" sz="2800" noProof="1"/>
              <a:t>Display hanya paparkan 4 nombor pada satu masa</a:t>
            </a:r>
          </a:p>
          <a:p>
            <a:r>
              <a:rPr lang="sv-SE" sz="2800" noProof="1"/>
              <a:t>secara purata 1 nombor dipaparkan selama </a:t>
            </a:r>
            <a:r>
              <a:rPr lang="sv-SE" sz="2800" b="1" noProof="1">
                <a:solidFill>
                  <a:srgbClr val="C00000"/>
                </a:solidFill>
              </a:rPr>
              <a:t>2 minit </a:t>
            </a:r>
            <a:r>
              <a:rPr lang="sv-SE" sz="2800" noProof="1"/>
              <a:t>sahaja</a:t>
            </a:r>
            <a:endParaRPr lang="en-US" sz="2800" noProof="1"/>
          </a:p>
        </p:txBody>
      </p:sp>
    </p:spTree>
    <p:extLst>
      <p:ext uri="{BB962C8B-B14F-4D97-AF65-F5344CB8AC3E}">
        <p14:creationId xmlns:p14="http://schemas.microsoft.com/office/powerpoint/2010/main" val="308733725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7FB15-584E-704F-3F77-2CCC2E540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871757C-157C-93CB-F2CC-E9DF53606BD0}"/>
              </a:ext>
            </a:extLst>
          </p:cNvPr>
          <p:cNvSpPr/>
          <p:nvPr/>
        </p:nvSpPr>
        <p:spPr>
          <a:xfrm>
            <a:off x="2344625" y="333375"/>
            <a:ext cx="3169444" cy="6134101"/>
          </a:xfrm>
          <a:prstGeom prst="roundRect">
            <a:avLst>
              <a:gd name="adj" fmla="val 8877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72BEE76-4006-5772-C4A4-62093AF30718}"/>
              </a:ext>
            </a:extLst>
          </p:cNvPr>
          <p:cNvSpPr txBox="1">
            <a:spLocks/>
          </p:cNvSpPr>
          <p:nvPr/>
        </p:nvSpPr>
        <p:spPr>
          <a:xfrm rot="16200000">
            <a:off x="-1686225" y="2186636"/>
            <a:ext cx="4784801" cy="73034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800" b="1" noProof="1">
                <a:latin typeface="Roboto" panose="02000000000000000000" pitchFamily="2" charset="0"/>
                <a:ea typeface="Roboto" panose="02000000000000000000" pitchFamily="2" charset="0"/>
              </a:rPr>
              <a:t>MOBILE-LINK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5947D59-56AA-892C-920C-093001D5E48B}"/>
              </a:ext>
            </a:extLst>
          </p:cNvPr>
          <p:cNvSpPr txBox="1">
            <a:spLocks/>
          </p:cNvSpPr>
          <p:nvPr/>
        </p:nvSpPr>
        <p:spPr>
          <a:xfrm rot="16200000">
            <a:off x="109049" y="2914471"/>
            <a:ext cx="2501075" cy="57647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noProof="1">
                <a:latin typeface="Roboto" panose="02000000000000000000" pitchFamily="2" charset="0"/>
                <a:ea typeface="Roboto" panose="02000000000000000000" pitchFamily="2" charset="0"/>
              </a:rPr>
              <a:t>(For Patient)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396D6C-E2A4-CC56-D0A6-2873C909C493}"/>
              </a:ext>
            </a:extLst>
          </p:cNvPr>
          <p:cNvSpPr txBox="1"/>
          <p:nvPr/>
        </p:nvSpPr>
        <p:spPr>
          <a:xfrm>
            <a:off x="6610350" y="4296229"/>
            <a:ext cx="524064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1"/>
              <a:t>Features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1"/>
              <a:t>Pesakit boleh semak status nombor panggilan.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1"/>
              <a:t>Jika belum dipanggil, pesakit boleh klik button utk mendapatkan notification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1"/>
              <a:t>Jika nombor telah dipanggil, sistem akan maklumkan masa dan kaunter panggilan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1"/>
              <a:t>Boleh diakses dari mana-mana (internet)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C43695-2351-A2DE-FE2C-85B9DF3F05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7349" y="541608"/>
            <a:ext cx="2983996" cy="5774784"/>
          </a:xfrm>
          <a:prstGeom prst="roundRect">
            <a:avLst>
              <a:gd name="adj" fmla="val 6766"/>
            </a:avLst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7AA378A-272D-F99D-0C19-FC7BF0E50C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8008" y="989815"/>
            <a:ext cx="2907415" cy="1848181"/>
          </a:xfrm>
          <a:prstGeom prst="rect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C2621EB-DF26-235C-DF4C-DF7CA4D8B6F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1239"/>
          <a:stretch>
            <a:fillRect/>
          </a:stretch>
        </p:blipFill>
        <p:spPr>
          <a:xfrm>
            <a:off x="6096000" y="989815"/>
            <a:ext cx="2310914" cy="1170627"/>
          </a:xfrm>
          <a:prstGeom prst="rect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CFB920A4-AC1E-2C7B-8D72-1F2D941F8F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2568021"/>
            <a:ext cx="2293595" cy="1299129"/>
          </a:xfrm>
          <a:prstGeom prst="rect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A6B9102-AF88-6280-5DF8-B5F9BDCBC1ED}"/>
              </a:ext>
            </a:extLst>
          </p:cNvPr>
          <p:cNvSpPr txBox="1"/>
          <p:nvPr/>
        </p:nvSpPr>
        <p:spPr>
          <a:xfrm>
            <a:off x="6095999" y="679333"/>
            <a:ext cx="22935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1. No Panggilan Belum Dipanggil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506DFC1-6F8E-CF62-5698-399F599C195E}"/>
              </a:ext>
            </a:extLst>
          </p:cNvPr>
          <p:cNvSpPr txBox="1"/>
          <p:nvPr/>
        </p:nvSpPr>
        <p:spPr>
          <a:xfrm>
            <a:off x="6096000" y="2291022"/>
            <a:ext cx="20648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2. Daftar untuk Notification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F5BDE69-B015-77AE-B0A0-8DDAD8C24F4A}"/>
              </a:ext>
            </a:extLst>
          </p:cNvPr>
          <p:cNvSpPr txBox="1"/>
          <p:nvPr/>
        </p:nvSpPr>
        <p:spPr>
          <a:xfrm>
            <a:off x="8878007" y="668171"/>
            <a:ext cx="23109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1"/>
              <a:t>3. No Panggilan telah lepas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9E900E2-0ACB-A765-82CA-0AC566F8163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84" y="0"/>
            <a:ext cx="659638" cy="65963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243CC67-B75A-E6E6-E790-9AE22E5F69D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95" t="5694" r="19891" b="37446"/>
          <a:stretch>
            <a:fillRect/>
          </a:stretch>
        </p:blipFill>
        <p:spPr>
          <a:xfrm>
            <a:off x="213264" y="4661854"/>
            <a:ext cx="1885432" cy="1870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4703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F4CD5-894A-429C-E021-7147B05FF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BED9ACEB-BF66-2409-B45C-7151320649C7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73034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noProof="1"/>
              <a:t>Additional Helper Script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A7F56B2-2CFF-44E8-A887-6DAD1240A62E}"/>
              </a:ext>
            </a:extLst>
          </p:cNvPr>
          <p:cNvSpPr txBox="1"/>
          <p:nvPr/>
        </p:nvSpPr>
        <p:spPr>
          <a:xfrm>
            <a:off x="922604" y="1095470"/>
            <a:ext cx="75165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1"/>
              <a:t>(For Windows PC connected to Display TV in Extended Mode Only)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BF404F-5155-F431-679F-5D6B6AD3BC95}"/>
              </a:ext>
            </a:extLst>
          </p:cNvPr>
          <p:cNvSpPr txBox="1"/>
          <p:nvPr/>
        </p:nvSpPr>
        <p:spPr>
          <a:xfrm>
            <a:off x="922605" y="1641148"/>
            <a:ext cx="959299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1"/>
              <a:t>&lt;batch file&gt;</a:t>
            </a:r>
          </a:p>
          <a:p>
            <a:r>
              <a:rPr lang="en-US" noProof="1"/>
              <a:t>START "" "C:\Program Files\Google\Chrome\Application\chrome.exe" ^</a:t>
            </a:r>
          </a:p>
          <a:p>
            <a:r>
              <a:rPr lang="en-US" noProof="1"/>
              <a:t>  --user-data-dir="C:\ChromeKiosk" ^</a:t>
            </a:r>
          </a:p>
          <a:p>
            <a:r>
              <a:rPr lang="en-US" noProof="1"/>
              <a:t>  --kiosk ^</a:t>
            </a:r>
          </a:p>
          <a:p>
            <a:r>
              <a:rPr lang="en-US" noProof="1"/>
              <a:t>  --window-position=1920,0 ^</a:t>
            </a:r>
          </a:p>
          <a:p>
            <a:r>
              <a:rPr lang="en-US" noProof="1"/>
              <a:t>  --autoplay-policy=no-user-gesture-required ^</a:t>
            </a:r>
          </a:p>
          <a:p>
            <a:r>
              <a:rPr lang="en-US" noProof="1"/>
              <a:t>  --no-first-run ^</a:t>
            </a:r>
          </a:p>
          <a:p>
            <a:r>
              <a:rPr lang="en-US" noProof="1"/>
              <a:t>  --disable-infobars ^</a:t>
            </a:r>
          </a:p>
          <a:p>
            <a:r>
              <a:rPr lang="en-US" noProof="1"/>
              <a:t>  --disable-session-crashed-bubble ^</a:t>
            </a:r>
          </a:p>
          <a:p>
            <a:r>
              <a:rPr lang="en-US" noProof="1"/>
              <a:t>  "http://&lt;your local ip&gt;:5000/display?kiosk=true"</a:t>
            </a:r>
          </a:p>
          <a:p>
            <a:r>
              <a:rPr lang="en-US" noProof="1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A0BA92-BCEB-2D6E-0CAA-3C40EA3E542F}"/>
              </a:ext>
            </a:extLst>
          </p:cNvPr>
          <p:cNvSpPr txBox="1"/>
          <p:nvPr/>
        </p:nvSpPr>
        <p:spPr>
          <a:xfrm>
            <a:off x="922605" y="5577864"/>
            <a:ext cx="8611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1"/>
              <a:t>This script will automatically load the queue display page on connected tv on every startup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9BEA15-C39F-22F8-C6A5-7AC77B5E45D4}"/>
              </a:ext>
            </a:extLst>
          </p:cNvPr>
          <p:cNvSpPr txBox="1"/>
          <p:nvPr/>
        </p:nvSpPr>
        <p:spPr>
          <a:xfrm>
            <a:off x="922604" y="4856001"/>
            <a:ext cx="826902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noProof="1"/>
              <a:t>Save this as bat file and set to run in Task Scheduler - trigger start at logon</a:t>
            </a:r>
          </a:p>
          <a:p>
            <a:r>
              <a:rPr lang="en-US" noProof="1"/>
              <a:t>This script assumes extended display is on right side after 1920x1080 monitor.</a:t>
            </a:r>
          </a:p>
        </p:txBody>
      </p:sp>
    </p:spTree>
    <p:extLst>
      <p:ext uri="{BB962C8B-B14F-4D97-AF65-F5344CB8AC3E}">
        <p14:creationId xmlns:p14="http://schemas.microsoft.com/office/powerpoint/2010/main" val="215956903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B673FB-BE32-61AB-1297-435EFF912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90D6652E-18BA-392B-E825-E5C3361D10B5}"/>
              </a:ext>
            </a:extLst>
          </p:cNvPr>
          <p:cNvSpPr txBox="1">
            <a:spLocks/>
          </p:cNvSpPr>
          <p:nvPr/>
        </p:nvSpPr>
        <p:spPr>
          <a:xfrm>
            <a:off x="366052" y="365126"/>
            <a:ext cx="10515600" cy="73034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b="1" noProof="1">
                <a:latin typeface="Roboto" panose="02000000000000000000" pitchFamily="2" charset="0"/>
                <a:ea typeface="Roboto" panose="02000000000000000000" pitchFamily="2" charset="0"/>
              </a:rPr>
              <a:t>Live Demo {QMS Server}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5EEE9C4-1868-DFC0-3AB3-3398EA535BBD}"/>
              </a:ext>
            </a:extLst>
          </p:cNvPr>
          <p:cNvSpPr txBox="1"/>
          <p:nvPr/>
        </p:nvSpPr>
        <p:spPr>
          <a:xfrm>
            <a:off x="366052" y="980054"/>
            <a:ext cx="1051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noProof="1"/>
              <a:t>(Served from a test server)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0F2970-E6AE-FF03-36AC-055169458015}"/>
              </a:ext>
            </a:extLst>
          </p:cNvPr>
          <p:cNvSpPr txBox="1"/>
          <p:nvPr/>
        </p:nvSpPr>
        <p:spPr>
          <a:xfrm>
            <a:off x="922605" y="4899355"/>
            <a:ext cx="95929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u="sng" noProof="1">
                <a:solidFill>
                  <a:schemeClr val="accent5"/>
                </a:solidFill>
                <a:hlinkClick r:id="rId2"/>
              </a:rPr>
              <a:t>http://backuphs.duckdns.org/qms</a:t>
            </a:r>
            <a:endParaRPr lang="en-US" u="sng" noProof="1">
              <a:solidFill>
                <a:schemeClr val="accent5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AE15E3-A12E-CDF5-B22B-50B0EE1CD6E4}"/>
              </a:ext>
            </a:extLst>
          </p:cNvPr>
          <p:cNvSpPr txBox="1"/>
          <p:nvPr/>
        </p:nvSpPr>
        <p:spPr>
          <a:xfrm>
            <a:off x="922605" y="6270362"/>
            <a:ext cx="95929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u="sng" noProof="1">
                <a:solidFill>
                  <a:schemeClr val="accent5"/>
                </a:solidFill>
                <a:hlinkClick r:id="rId3"/>
              </a:rPr>
              <a:t>http://backuphs.duckdns.org/qms/display</a:t>
            </a:r>
            <a:endParaRPr lang="en-US" u="sng" noProof="1">
              <a:solidFill>
                <a:schemeClr val="accent5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ED226D-FA3B-A6A0-9AFF-213816B72CF3}"/>
              </a:ext>
            </a:extLst>
          </p:cNvPr>
          <p:cNvSpPr txBox="1"/>
          <p:nvPr/>
        </p:nvSpPr>
        <p:spPr>
          <a:xfrm>
            <a:off x="922605" y="4391523"/>
            <a:ext cx="95929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noProof="1"/>
              <a:t>QMS Terminal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DEF16B-C613-33FE-7AA0-9C35DD291F51}"/>
              </a:ext>
            </a:extLst>
          </p:cNvPr>
          <p:cNvSpPr txBox="1"/>
          <p:nvPr/>
        </p:nvSpPr>
        <p:spPr>
          <a:xfrm>
            <a:off x="922605" y="5762530"/>
            <a:ext cx="95929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noProof="1"/>
              <a:t>QMS Display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C8F5237-1A59-4DE4-1A47-F6E0C960FD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704" y="1729527"/>
            <a:ext cx="2658796" cy="266199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7F24572-7E09-1843-019A-CB10C198BE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32362" y="0"/>
            <a:ext cx="659638" cy="6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508655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3CACC-F600-C3C1-F925-EE16EE88A94B}"/>
              </a:ext>
            </a:extLst>
          </p:cNvPr>
          <p:cNvSpPr txBox="1">
            <a:spLocks/>
          </p:cNvSpPr>
          <p:nvPr/>
        </p:nvSpPr>
        <p:spPr>
          <a:xfrm>
            <a:off x="366052" y="3028856"/>
            <a:ext cx="11406848" cy="103514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7200" b="1" noProof="1">
                <a:latin typeface="Roboto" panose="02000000000000000000" pitchFamily="2" charset="0"/>
                <a:ea typeface="Roboto" panose="02000000000000000000" pitchFamily="2" charset="0"/>
              </a:rPr>
              <a:t>Terima Kasih</a:t>
            </a:r>
          </a:p>
        </p:txBody>
      </p:sp>
    </p:spTree>
    <p:extLst>
      <p:ext uri="{BB962C8B-B14F-4D97-AF65-F5344CB8AC3E}">
        <p14:creationId xmlns:p14="http://schemas.microsoft.com/office/powerpoint/2010/main" val="274148473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671</TotalTime>
  <Words>818</Words>
  <Application>Microsoft Office PowerPoint</Application>
  <PresentationFormat>Widescreen</PresentationFormat>
  <Paragraphs>181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Roboto</vt:lpstr>
      <vt:lpstr>Office Theme</vt:lpstr>
      <vt:lpstr>    MS OPD</vt:lpstr>
      <vt:lpstr>Pengenalan</vt:lpstr>
      <vt:lpstr>FARMASI PESAKIT LUAR</vt:lpstr>
      <vt:lpstr>FARMASI PESAKIT LUAR</vt:lpstr>
      <vt:lpstr>Software Architecture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49</cp:revision>
  <dcterms:created xsi:type="dcterms:W3CDTF">2026-05-13T01:14:12Z</dcterms:created>
  <dcterms:modified xsi:type="dcterms:W3CDTF">2026-06-04T05:30:02Z</dcterms:modified>
</cp:coreProperties>
</file>